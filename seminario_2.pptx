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03" r:id="rId6"/>
    <p:sldId id="304" r:id="rId7"/>
    <p:sldId id="258" r:id="rId8"/>
    <p:sldId id="257" r:id="rId9"/>
    <p:sldId id="295" r:id="rId10"/>
    <p:sldId id="262" r:id="rId11"/>
    <p:sldId id="296" r:id="rId12"/>
    <p:sldId id="259" r:id="rId13"/>
    <p:sldId id="263" r:id="rId14"/>
    <p:sldId id="266" r:id="rId15"/>
    <p:sldId id="294" r:id="rId16"/>
    <p:sldId id="293" r:id="rId17"/>
    <p:sldId id="265" r:id="rId18"/>
    <p:sldId id="264" r:id="rId19"/>
    <p:sldId id="270" r:id="rId20"/>
    <p:sldId id="260" r:id="rId21"/>
    <p:sldId id="271" r:id="rId22"/>
    <p:sldId id="301" r:id="rId23"/>
    <p:sldId id="300" r:id="rId24"/>
    <p:sldId id="285" r:id="rId25"/>
    <p:sldId id="272" r:id="rId26"/>
    <p:sldId id="273" r:id="rId27"/>
    <p:sldId id="298" r:id="rId28"/>
    <p:sldId id="292" r:id="rId29"/>
    <p:sldId id="268" r:id="rId30"/>
    <p:sldId id="299" r:id="rId31"/>
    <p:sldId id="275" r:id="rId32"/>
    <p:sldId id="302" r:id="rId33"/>
    <p:sldId id="305" r:id="rId3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17D22D-A3A9-4A72-ADD9-CCAA7627BF2E}" v="32" dt="2026-02-22T17:14:19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O PEREZ GARCIA" userId="c1e48473-6eb9-4afc-abd2-b10f8768613c" providerId="ADAL" clId="{41EE0132-D42B-3FA0-BF3F-7D5FF7E0FA58}"/>
    <pc:docChg chg="undo custSel modSld">
      <pc:chgData name="JULIO PEREZ GARCIA" userId="c1e48473-6eb9-4afc-abd2-b10f8768613c" providerId="ADAL" clId="{41EE0132-D42B-3FA0-BF3F-7D5FF7E0FA58}" dt="2026-02-19T12:34:08.743" v="426" actId="20577"/>
      <pc:docMkLst>
        <pc:docMk/>
      </pc:docMkLst>
      <pc:sldChg chg="modSp mod">
        <pc:chgData name="JULIO PEREZ GARCIA" userId="c1e48473-6eb9-4afc-abd2-b10f8768613c" providerId="ADAL" clId="{41EE0132-D42B-3FA0-BF3F-7D5FF7E0FA58}" dt="2026-02-19T12:34:08.743" v="426" actId="20577"/>
        <pc:sldMkLst>
          <pc:docMk/>
          <pc:sldMk cId="2933155746" sldId="296"/>
        </pc:sldMkLst>
        <pc:spChg chg="mod">
          <ac:chgData name="JULIO PEREZ GARCIA" userId="c1e48473-6eb9-4afc-abd2-b10f8768613c" providerId="ADAL" clId="{41EE0132-D42B-3FA0-BF3F-7D5FF7E0FA58}" dt="2026-02-19T12:34:08.743" v="426" actId="20577"/>
          <ac:spMkLst>
            <pc:docMk/>
            <pc:sldMk cId="2933155746" sldId="296"/>
            <ac:spMk id="3" creationId="{2913B8E9-8095-CC67-07D6-9F5BFD88FAFA}"/>
          </ac:spMkLst>
        </pc:spChg>
      </pc:sldChg>
    </pc:docChg>
  </pc:docChgLst>
  <pc:docChgLst>
    <pc:chgData name="JULIO PEREZ GARCIA" userId="c1e48473-6eb9-4afc-abd2-b10f8768613c" providerId="ADAL" clId="{04CD7B26-B8C7-47CF-9795-734094EB417D}"/>
    <pc:docChg chg="undo redo custSel addSld delSld modSld sldOrd">
      <pc:chgData name="JULIO PEREZ GARCIA" userId="c1e48473-6eb9-4afc-abd2-b10f8768613c" providerId="ADAL" clId="{04CD7B26-B8C7-47CF-9795-734094EB417D}" dt="2026-02-22T17:49:45.370" v="6452" actId="313"/>
      <pc:docMkLst>
        <pc:docMk/>
      </pc:docMkLst>
      <pc:sldChg chg="addSp delSp modSp mod">
        <pc:chgData name="JULIO PEREZ GARCIA" userId="c1e48473-6eb9-4afc-abd2-b10f8768613c" providerId="ADAL" clId="{04CD7B26-B8C7-47CF-9795-734094EB417D}" dt="2026-02-22T16:43:44.254" v="6436" actId="478"/>
        <pc:sldMkLst>
          <pc:docMk/>
          <pc:sldMk cId="1789720834" sldId="256"/>
        </pc:sldMkLst>
        <pc:spChg chg="del">
          <ac:chgData name="JULIO PEREZ GARCIA" userId="c1e48473-6eb9-4afc-abd2-b10f8768613c" providerId="ADAL" clId="{04CD7B26-B8C7-47CF-9795-734094EB417D}" dt="2026-02-22T16:43:40.285" v="6435" actId="478"/>
          <ac:spMkLst>
            <pc:docMk/>
            <pc:sldMk cId="1789720834" sldId="256"/>
            <ac:spMk id="2" creationId="{03CC76CC-F38F-A408-84CB-E720C9CAD101}"/>
          </ac:spMkLst>
        </pc:spChg>
        <pc:spChg chg="del">
          <ac:chgData name="JULIO PEREZ GARCIA" userId="c1e48473-6eb9-4afc-abd2-b10f8768613c" providerId="ADAL" clId="{04CD7B26-B8C7-47CF-9795-734094EB417D}" dt="2026-02-22T16:43:44.254" v="6436" actId="478"/>
          <ac:spMkLst>
            <pc:docMk/>
            <pc:sldMk cId="1789720834" sldId="256"/>
            <ac:spMk id="3" creationId="{82FB179E-D90E-8549-6900-C230CDD05EC2}"/>
          </ac:spMkLst>
        </pc:spChg>
        <pc:picChg chg="add mod">
          <ac:chgData name="JULIO PEREZ GARCIA" userId="c1e48473-6eb9-4afc-abd2-b10f8768613c" providerId="ADAL" clId="{04CD7B26-B8C7-47CF-9795-734094EB417D}" dt="2026-02-22T16:43:29.141" v="6434" actId="14100"/>
          <ac:picMkLst>
            <pc:docMk/>
            <pc:sldMk cId="1789720834" sldId="256"/>
            <ac:picMk id="5" creationId="{3AA7E09E-B34B-E3DC-B7FE-D363F474A1D3}"/>
          </ac:picMkLst>
        </pc:picChg>
      </pc:sldChg>
      <pc:sldChg chg="modSp mo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1297278130" sldId="257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1297278130" sldId="257"/>
            <ac:spMk id="3" creationId="{53E13FFC-DA10-448D-265B-DEE028339866}"/>
          </ac:spMkLst>
        </pc:spChg>
      </pc:sldChg>
      <pc:sldChg chg="addSp delSp modSp mod">
        <pc:chgData name="JULIO PEREZ GARCIA" userId="c1e48473-6eb9-4afc-abd2-b10f8768613c" providerId="ADAL" clId="{04CD7B26-B8C7-47CF-9795-734094EB417D}" dt="2026-02-19T10:33:06.514" v="2" actId="931"/>
        <pc:sldMkLst>
          <pc:docMk/>
          <pc:sldMk cId="2349270606" sldId="258"/>
        </pc:sldMkLst>
        <pc:picChg chg="add mod">
          <ac:chgData name="JULIO PEREZ GARCIA" userId="c1e48473-6eb9-4afc-abd2-b10f8768613c" providerId="ADAL" clId="{04CD7B26-B8C7-47CF-9795-734094EB417D}" dt="2026-02-19T10:33:06.514" v="2" actId="931"/>
          <ac:picMkLst>
            <pc:docMk/>
            <pc:sldMk cId="2349270606" sldId="258"/>
            <ac:picMk id="4" creationId="{2DDBF865-8CA5-916B-6D0C-0E7691C43A08}"/>
          </ac:picMkLst>
        </pc:picChg>
      </pc:sldChg>
      <pc:sldChg chg="ord">
        <pc:chgData name="JULIO PEREZ GARCIA" userId="c1e48473-6eb9-4afc-abd2-b10f8768613c" providerId="ADAL" clId="{04CD7B26-B8C7-47CF-9795-734094EB417D}" dt="2026-02-19T12:53:53.829" v="323"/>
        <pc:sldMkLst>
          <pc:docMk/>
          <pc:sldMk cId="648155543" sldId="259"/>
        </pc:sldMkLst>
      </pc:sldChg>
      <pc:sldChg chg="addSp modSp mo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2950035343" sldId="260"/>
        </pc:sldMkLst>
        <pc:spChg chg="add 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2950035343" sldId="260"/>
            <ac:spMk id="2" creationId="{A7919268-8317-1EB7-5D4E-3F3441350EEE}"/>
          </ac:spMkLst>
        </pc:spChg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2950035343" sldId="260"/>
            <ac:spMk id="3" creationId="{5FFAFC6E-064E-2D28-A395-D10EB184299D}"/>
          </ac:spMkLst>
        </pc:spChg>
      </pc:sldChg>
      <pc:sldChg chg="addSp delSp modSp mo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3089987102" sldId="263"/>
        </pc:sldMkLst>
        <pc:spChg chg="add 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089987102" sldId="263"/>
            <ac:spMk id="6" creationId="{0A21F31B-BD99-B602-C27B-15477D67D334}"/>
          </ac:spMkLst>
        </pc:spChg>
        <pc:spChg chg="add 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089987102" sldId="263"/>
            <ac:spMk id="12" creationId="{BD6E3072-3695-B596-0A00-D764CA4EA7A2}"/>
          </ac:spMkLst>
        </pc:spChg>
        <pc:spChg chg="add 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089987102" sldId="263"/>
            <ac:spMk id="16" creationId="{24762374-83D8-624D-D5C4-27717E8EA754}"/>
          </ac:spMkLst>
        </pc:spChg>
        <pc:spChg chg="add 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089987102" sldId="263"/>
            <ac:spMk id="19" creationId="{01BEBD20-4099-6861-18B1-A54A834B3B1F}"/>
          </ac:spMkLst>
        </pc:spChg>
        <pc:spChg chg="add 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089987102" sldId="263"/>
            <ac:spMk id="21" creationId="{013F5315-6492-BC0A-53F8-1F2C622017CA}"/>
          </ac:spMkLst>
        </pc:spChg>
        <pc:spChg chg="add 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089987102" sldId="263"/>
            <ac:spMk id="22" creationId="{7AE6EC92-1AC7-1677-440A-91D0863FB512}"/>
          </ac:spMkLst>
        </pc:spChg>
        <pc:spChg chg="add 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089987102" sldId="263"/>
            <ac:spMk id="26" creationId="{3958A5F6-0783-EE71-E30E-34E6ED5DE697}"/>
          </ac:spMkLst>
        </pc:spChg>
        <pc:spChg chg="add 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089987102" sldId="263"/>
            <ac:spMk id="30" creationId="{3F38B7B4-3402-42BF-305C-CBDE31594571}"/>
          </ac:spMkLst>
        </pc:spChg>
        <pc:spChg chg="add mod">
          <ac:chgData name="JULIO PEREZ GARCIA" userId="c1e48473-6eb9-4afc-abd2-b10f8768613c" providerId="ADAL" clId="{04CD7B26-B8C7-47CF-9795-734094EB417D}" dt="2026-02-19T13:06:14.483" v="494" actId="1076"/>
          <ac:spMkLst>
            <pc:docMk/>
            <pc:sldMk cId="3089987102" sldId="263"/>
            <ac:spMk id="31" creationId="{93436A15-78BB-03DE-4705-B91ABD3FD450}"/>
          </ac:spMkLst>
        </pc:spChg>
        <pc:spChg chg="add 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089987102" sldId="263"/>
            <ac:spMk id="52" creationId="{51A19758-AB71-83BA-E506-5EB80999E35D}"/>
          </ac:spMkLst>
        </pc:spChg>
        <pc:spChg chg="add 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089987102" sldId="263"/>
            <ac:spMk id="53" creationId="{85544C46-C0C3-6A4A-FED5-E17DB1B74C31}"/>
          </ac:spMkLst>
        </pc:spChg>
        <pc:cxnChg chg="add mod">
          <ac:chgData name="JULIO PEREZ GARCIA" userId="c1e48473-6eb9-4afc-abd2-b10f8768613c" providerId="ADAL" clId="{04CD7B26-B8C7-47CF-9795-734094EB417D}" dt="2026-02-19T21:53:56.495" v="2030" actId="14100"/>
          <ac:cxnSpMkLst>
            <pc:docMk/>
            <pc:sldMk cId="3089987102" sldId="263"/>
            <ac:cxnSpMk id="8" creationId="{48F75114-5C96-7606-F5C4-C182428F3D24}"/>
          </ac:cxnSpMkLst>
        </pc:cxnChg>
        <pc:cxnChg chg="add mod">
          <ac:chgData name="JULIO PEREZ GARCIA" userId="c1e48473-6eb9-4afc-abd2-b10f8768613c" providerId="ADAL" clId="{04CD7B26-B8C7-47CF-9795-734094EB417D}" dt="2026-02-19T12:59:47.728" v="393" actId="1076"/>
          <ac:cxnSpMkLst>
            <pc:docMk/>
            <pc:sldMk cId="3089987102" sldId="263"/>
            <ac:cxnSpMk id="15" creationId="{DB4B4A11-4B54-8AC2-1956-372E6F79E080}"/>
          </ac:cxnSpMkLst>
        </pc:cxnChg>
        <pc:cxnChg chg="add mod">
          <ac:chgData name="JULIO PEREZ GARCIA" userId="c1e48473-6eb9-4afc-abd2-b10f8768613c" providerId="ADAL" clId="{04CD7B26-B8C7-47CF-9795-734094EB417D}" dt="2026-02-19T13:00:24.934" v="412" actId="1076"/>
          <ac:cxnSpMkLst>
            <pc:docMk/>
            <pc:sldMk cId="3089987102" sldId="263"/>
            <ac:cxnSpMk id="17" creationId="{50657C92-1EEF-BAFE-FD1D-33850E08E036}"/>
          </ac:cxnSpMkLst>
        </pc:cxnChg>
        <pc:cxnChg chg="add mod">
          <ac:chgData name="JULIO PEREZ GARCIA" userId="c1e48473-6eb9-4afc-abd2-b10f8768613c" providerId="ADAL" clId="{04CD7B26-B8C7-47CF-9795-734094EB417D}" dt="2026-02-19T13:04:21.829" v="476" actId="1076"/>
          <ac:cxnSpMkLst>
            <pc:docMk/>
            <pc:sldMk cId="3089987102" sldId="263"/>
            <ac:cxnSpMk id="20" creationId="{04BBF958-550C-C4CA-A2A5-4CB7425DE271}"/>
          </ac:cxnSpMkLst>
        </pc:cxnChg>
        <pc:cxnChg chg="add mod">
          <ac:chgData name="JULIO PEREZ GARCIA" userId="c1e48473-6eb9-4afc-abd2-b10f8768613c" providerId="ADAL" clId="{04CD7B26-B8C7-47CF-9795-734094EB417D}" dt="2026-02-19T13:04:04.924" v="471" actId="1076"/>
          <ac:cxnSpMkLst>
            <pc:docMk/>
            <pc:sldMk cId="3089987102" sldId="263"/>
            <ac:cxnSpMk id="23" creationId="{2C3FFFD0-34A0-5B7B-9C79-579DCB9D2311}"/>
          </ac:cxnSpMkLst>
        </pc:cxnChg>
        <pc:cxnChg chg="add">
          <ac:chgData name="JULIO PEREZ GARCIA" userId="c1e48473-6eb9-4afc-abd2-b10f8768613c" providerId="ADAL" clId="{04CD7B26-B8C7-47CF-9795-734094EB417D}" dt="2026-02-19T13:06:28.436" v="495" actId="11529"/>
          <ac:cxnSpMkLst>
            <pc:docMk/>
            <pc:sldMk cId="3089987102" sldId="263"/>
            <ac:cxnSpMk id="42" creationId="{4F24A224-815F-9D6F-D614-FB80311598C3}"/>
          </ac:cxnSpMkLst>
        </pc:cxnChg>
      </pc:sldChg>
      <pc:sldChg chg="modSp mo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2979043406" sldId="264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2979043406" sldId="264"/>
            <ac:spMk id="3" creationId="{B05DA0BC-CE2F-7CA4-8672-37EF05598BB5}"/>
          </ac:spMkLst>
        </pc:spChg>
      </pc:sldChg>
      <pc:sldChg chg="modSp mod or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3733300910" sldId="265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733300910" sldId="265"/>
            <ac:spMk id="3" creationId="{6B908508-017C-E59D-5AF1-E37C88473FD0}"/>
          </ac:spMkLst>
        </pc:spChg>
      </pc:sldChg>
      <pc:sldChg chg="modSp mo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3583267753" sldId="266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583267753" sldId="266"/>
            <ac:spMk id="3" creationId="{FD57E249-AE30-E684-FDBC-B1F1461721AD}"/>
          </ac:spMkLst>
        </pc:spChg>
      </pc:sldChg>
      <pc:sldChg chg="modSp mo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3184066012" sldId="268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184066012" sldId="268"/>
            <ac:spMk id="3" creationId="{91B8D1D6-7D36-E1A9-31C2-07329C30DD04}"/>
          </ac:spMkLst>
        </pc:spChg>
      </pc:sldChg>
      <pc:sldChg chg="modSp mod or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3866428271" sldId="270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866428271" sldId="270"/>
            <ac:spMk id="2" creationId="{0ACAA7E0-549D-B594-AD10-20325B9C7F30}"/>
          </ac:spMkLst>
        </pc:spChg>
      </pc:sldChg>
      <pc:sldChg chg="modSp mo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633821255" sldId="271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633821255" sldId="271"/>
            <ac:spMk id="3" creationId="{DF89F012-269E-092D-EE70-2E7A9510466C}"/>
          </ac:spMkLst>
        </pc:spChg>
      </pc:sldChg>
      <pc:sldChg chg="modSp mo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440944114" sldId="272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440944114" sldId="272"/>
            <ac:spMk id="3" creationId="{5252F4DA-E5BF-C3B9-6EDB-8302F3231DFD}"/>
          </ac:spMkLst>
        </pc:spChg>
      </pc:sldChg>
      <pc:sldChg chg="modSp mo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3974753626" sldId="273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974753626" sldId="273"/>
            <ac:spMk id="3" creationId="{DE48B606-A367-7AF0-25A7-169CDA32B876}"/>
          </ac:spMkLst>
        </pc:spChg>
      </pc:sldChg>
      <pc:sldChg chg="del">
        <pc:chgData name="JULIO PEREZ GARCIA" userId="c1e48473-6eb9-4afc-abd2-b10f8768613c" providerId="ADAL" clId="{04CD7B26-B8C7-47CF-9795-734094EB417D}" dt="2026-02-21T19:09:13.817" v="4833" actId="47"/>
        <pc:sldMkLst>
          <pc:docMk/>
          <pc:sldMk cId="1369488051" sldId="274"/>
        </pc:sldMkLst>
      </pc:sldChg>
      <pc:sldChg chg="modSp mo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1286096559" sldId="275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1286096559" sldId="275"/>
            <ac:spMk id="3" creationId="{3CB97F46-0259-6248-9175-5E191341D0FC}"/>
          </ac:spMkLst>
        </pc:spChg>
      </pc:sldChg>
      <pc:sldChg chg="del">
        <pc:chgData name="JULIO PEREZ GARCIA" userId="c1e48473-6eb9-4afc-abd2-b10f8768613c" providerId="ADAL" clId="{04CD7B26-B8C7-47CF-9795-734094EB417D}" dt="2026-02-22T15:55:31.596" v="5362" actId="47"/>
        <pc:sldMkLst>
          <pc:docMk/>
          <pc:sldMk cId="714404235" sldId="276"/>
        </pc:sldMkLst>
      </pc:sldChg>
      <pc:sldChg chg="del">
        <pc:chgData name="JULIO PEREZ GARCIA" userId="c1e48473-6eb9-4afc-abd2-b10f8768613c" providerId="ADAL" clId="{04CD7B26-B8C7-47CF-9795-734094EB417D}" dt="2026-02-22T15:55:48.306" v="5374" actId="47"/>
        <pc:sldMkLst>
          <pc:docMk/>
          <pc:sldMk cId="550839529" sldId="277"/>
        </pc:sldMkLst>
      </pc:sldChg>
      <pc:sldChg chg="del">
        <pc:chgData name="JULIO PEREZ GARCIA" userId="c1e48473-6eb9-4afc-abd2-b10f8768613c" providerId="ADAL" clId="{04CD7B26-B8C7-47CF-9795-734094EB417D}" dt="2026-02-22T15:55:46.946" v="5373" actId="47"/>
        <pc:sldMkLst>
          <pc:docMk/>
          <pc:sldMk cId="1040772454" sldId="278"/>
        </pc:sldMkLst>
      </pc:sldChg>
      <pc:sldChg chg="del">
        <pc:chgData name="JULIO PEREZ GARCIA" userId="c1e48473-6eb9-4afc-abd2-b10f8768613c" providerId="ADAL" clId="{04CD7B26-B8C7-47CF-9795-734094EB417D}" dt="2026-02-22T15:55:45.272" v="5372" actId="47"/>
        <pc:sldMkLst>
          <pc:docMk/>
          <pc:sldMk cId="2961287848" sldId="279"/>
        </pc:sldMkLst>
      </pc:sldChg>
      <pc:sldChg chg="del">
        <pc:chgData name="JULIO PEREZ GARCIA" userId="c1e48473-6eb9-4afc-abd2-b10f8768613c" providerId="ADAL" clId="{04CD7B26-B8C7-47CF-9795-734094EB417D}" dt="2026-02-22T15:55:43.944" v="5371" actId="47"/>
        <pc:sldMkLst>
          <pc:docMk/>
          <pc:sldMk cId="1441970939" sldId="280"/>
        </pc:sldMkLst>
      </pc:sldChg>
      <pc:sldChg chg="del">
        <pc:chgData name="JULIO PEREZ GARCIA" userId="c1e48473-6eb9-4afc-abd2-b10f8768613c" providerId="ADAL" clId="{04CD7B26-B8C7-47CF-9795-734094EB417D}" dt="2026-02-22T15:55:40.818" v="5369" actId="47"/>
        <pc:sldMkLst>
          <pc:docMk/>
          <pc:sldMk cId="92596200" sldId="283"/>
        </pc:sldMkLst>
      </pc:sldChg>
      <pc:sldChg chg="del">
        <pc:chgData name="JULIO PEREZ GARCIA" userId="c1e48473-6eb9-4afc-abd2-b10f8768613c" providerId="ADAL" clId="{04CD7B26-B8C7-47CF-9795-734094EB417D}" dt="2026-02-22T15:55:42.006" v="5370" actId="47"/>
        <pc:sldMkLst>
          <pc:docMk/>
          <pc:sldMk cId="1728764122" sldId="284"/>
        </pc:sldMkLst>
      </pc:sldChg>
      <pc:sldChg chg="addSp delSp modSp mod ord">
        <pc:chgData name="JULIO PEREZ GARCIA" userId="c1e48473-6eb9-4afc-abd2-b10f8768613c" providerId="ADAL" clId="{04CD7B26-B8C7-47CF-9795-734094EB417D}" dt="2026-02-20T17:58:23.102" v="3343" actId="931"/>
        <pc:sldMkLst>
          <pc:docMk/>
          <pc:sldMk cId="1313512819" sldId="285"/>
        </pc:sldMkLst>
        <pc:picChg chg="add mod">
          <ac:chgData name="JULIO PEREZ GARCIA" userId="c1e48473-6eb9-4afc-abd2-b10f8768613c" providerId="ADAL" clId="{04CD7B26-B8C7-47CF-9795-734094EB417D}" dt="2026-02-20T17:58:23.102" v="3343" actId="931"/>
          <ac:picMkLst>
            <pc:docMk/>
            <pc:sldMk cId="1313512819" sldId="285"/>
            <ac:picMk id="4" creationId="{10075898-DAA6-3368-AAFB-51DF4A1C2150}"/>
          </ac:picMkLst>
        </pc:picChg>
      </pc:sldChg>
      <pc:sldChg chg="del">
        <pc:chgData name="JULIO PEREZ GARCIA" userId="c1e48473-6eb9-4afc-abd2-b10f8768613c" providerId="ADAL" clId="{04CD7B26-B8C7-47CF-9795-734094EB417D}" dt="2026-02-22T15:55:39.614" v="5368" actId="47"/>
        <pc:sldMkLst>
          <pc:docMk/>
          <pc:sldMk cId="391505963" sldId="286"/>
        </pc:sldMkLst>
      </pc:sldChg>
      <pc:sldChg chg="del">
        <pc:chgData name="JULIO PEREZ GARCIA" userId="c1e48473-6eb9-4afc-abd2-b10f8768613c" providerId="ADAL" clId="{04CD7B26-B8C7-47CF-9795-734094EB417D}" dt="2026-02-22T15:55:38.301" v="5367" actId="47"/>
        <pc:sldMkLst>
          <pc:docMk/>
          <pc:sldMk cId="643169960" sldId="287"/>
        </pc:sldMkLst>
      </pc:sldChg>
      <pc:sldChg chg="del">
        <pc:chgData name="JULIO PEREZ GARCIA" userId="c1e48473-6eb9-4afc-abd2-b10f8768613c" providerId="ADAL" clId="{04CD7B26-B8C7-47CF-9795-734094EB417D}" dt="2026-02-22T15:55:37.567" v="5366" actId="47"/>
        <pc:sldMkLst>
          <pc:docMk/>
          <pc:sldMk cId="2659141447" sldId="288"/>
        </pc:sldMkLst>
      </pc:sldChg>
      <pc:sldChg chg="del">
        <pc:chgData name="JULIO PEREZ GARCIA" userId="c1e48473-6eb9-4afc-abd2-b10f8768613c" providerId="ADAL" clId="{04CD7B26-B8C7-47CF-9795-734094EB417D}" dt="2026-02-22T15:55:37.051" v="5365" actId="47"/>
        <pc:sldMkLst>
          <pc:docMk/>
          <pc:sldMk cId="1391085364" sldId="289"/>
        </pc:sldMkLst>
      </pc:sldChg>
      <pc:sldChg chg="del">
        <pc:chgData name="JULIO PEREZ GARCIA" userId="c1e48473-6eb9-4afc-abd2-b10f8768613c" providerId="ADAL" clId="{04CD7B26-B8C7-47CF-9795-734094EB417D}" dt="2026-02-22T15:55:36.520" v="5364" actId="47"/>
        <pc:sldMkLst>
          <pc:docMk/>
          <pc:sldMk cId="1511563295" sldId="290"/>
        </pc:sldMkLst>
      </pc:sldChg>
      <pc:sldChg chg="del">
        <pc:chgData name="JULIO PEREZ GARCIA" userId="c1e48473-6eb9-4afc-abd2-b10f8768613c" providerId="ADAL" clId="{04CD7B26-B8C7-47CF-9795-734094EB417D}" dt="2026-02-22T15:55:36.035" v="5363" actId="47"/>
        <pc:sldMkLst>
          <pc:docMk/>
          <pc:sldMk cId="3811739878" sldId="291"/>
        </pc:sldMkLst>
      </pc:sldChg>
      <pc:sldChg chg="addSp delSp modSp mod ord">
        <pc:chgData name="JULIO PEREZ GARCIA" userId="c1e48473-6eb9-4afc-abd2-b10f8768613c" providerId="ADAL" clId="{04CD7B26-B8C7-47CF-9795-734094EB417D}" dt="2026-02-21T18:43:44.024" v="4356" actId="14100"/>
        <pc:sldMkLst>
          <pc:docMk/>
          <pc:sldMk cId="246152132" sldId="292"/>
        </pc:sldMkLst>
        <pc:picChg chg="del">
          <ac:chgData name="JULIO PEREZ GARCIA" userId="c1e48473-6eb9-4afc-abd2-b10f8768613c" providerId="ADAL" clId="{04CD7B26-B8C7-47CF-9795-734094EB417D}" dt="2026-02-21T18:43:18.906" v="4354" actId="478"/>
          <ac:picMkLst>
            <pc:docMk/>
            <pc:sldMk cId="246152132" sldId="292"/>
            <ac:picMk id="3" creationId="{18CE43AD-BD7F-A313-EF65-B410394AD752}"/>
          </ac:picMkLst>
        </pc:picChg>
        <pc:picChg chg="add mod">
          <ac:chgData name="JULIO PEREZ GARCIA" userId="c1e48473-6eb9-4afc-abd2-b10f8768613c" providerId="ADAL" clId="{04CD7B26-B8C7-47CF-9795-734094EB417D}" dt="2026-02-21T18:43:44.024" v="4356" actId="14100"/>
          <ac:picMkLst>
            <pc:docMk/>
            <pc:sldMk cId="246152132" sldId="292"/>
            <ac:picMk id="4" creationId="{89356291-3AF2-1F9C-A44B-75F0A53CDC6E}"/>
          </ac:picMkLst>
        </pc:picChg>
      </pc:sldChg>
      <pc:sldChg chg="modSp mo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1006096583" sldId="293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1006096583" sldId="293"/>
            <ac:spMk id="3" creationId="{BA627E4A-1711-D80E-D27D-28B15A697A1C}"/>
          </ac:spMkLst>
        </pc:spChg>
      </pc:sldChg>
      <pc:sldChg chg="modSp mod or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438941984" sldId="294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438941984" sldId="294"/>
            <ac:spMk id="3" creationId="{2BC9CD74-114C-8FC8-0FFE-23B1D4C9219C}"/>
          </ac:spMkLst>
        </pc:spChg>
      </pc:sldChg>
      <pc:sldChg chg="modSp add mo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1336954985" sldId="295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1336954985" sldId="295"/>
            <ac:spMk id="3" creationId="{4A467260-3354-7E2E-B43E-48CC9F469F71}"/>
          </ac:spMkLst>
        </pc:spChg>
      </pc:sldChg>
      <pc:sldChg chg="modSp add mod or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2933155746" sldId="296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2933155746" sldId="296"/>
            <ac:spMk id="3" creationId="{2913B8E9-8095-CC67-07D6-9F5BFD88FAFA}"/>
          </ac:spMkLst>
        </pc:spChg>
      </pc:sldChg>
      <pc:sldChg chg="modSp add del mod">
        <pc:chgData name="JULIO PEREZ GARCIA" userId="c1e48473-6eb9-4afc-abd2-b10f8768613c" providerId="ADAL" clId="{04CD7B26-B8C7-47CF-9795-734094EB417D}" dt="2026-02-22T15:54:28.693" v="5344" actId="47"/>
        <pc:sldMkLst>
          <pc:docMk/>
          <pc:sldMk cId="597727129" sldId="297"/>
        </pc:sldMkLst>
        <pc:spChg chg="mod">
          <ac:chgData name="JULIO PEREZ GARCIA" userId="c1e48473-6eb9-4afc-abd2-b10f8768613c" providerId="ADAL" clId="{04CD7B26-B8C7-47CF-9795-734094EB417D}" dt="2026-02-22T15:54:26.345" v="5343" actId="21"/>
          <ac:spMkLst>
            <pc:docMk/>
            <pc:sldMk cId="597727129" sldId="297"/>
            <ac:spMk id="3" creationId="{DDE3D0D0-6834-C6DB-8CCC-15EA47D0162B}"/>
          </ac:spMkLst>
        </pc:spChg>
      </pc:sldChg>
      <pc:sldChg chg="modSp add mod">
        <pc:chgData name="JULIO PEREZ GARCIA" userId="c1e48473-6eb9-4afc-abd2-b10f8768613c" providerId="ADAL" clId="{04CD7B26-B8C7-47CF-9795-734094EB417D}" dt="2026-02-22T17:49:45.370" v="6452" actId="313"/>
        <pc:sldMkLst>
          <pc:docMk/>
          <pc:sldMk cId="1976755611" sldId="298"/>
        </pc:sldMkLst>
        <pc:spChg chg="mod">
          <ac:chgData name="JULIO PEREZ GARCIA" userId="c1e48473-6eb9-4afc-abd2-b10f8768613c" providerId="ADAL" clId="{04CD7B26-B8C7-47CF-9795-734094EB417D}" dt="2026-02-22T17:49:45.370" v="6452" actId="313"/>
          <ac:spMkLst>
            <pc:docMk/>
            <pc:sldMk cId="1976755611" sldId="298"/>
            <ac:spMk id="3" creationId="{5BC09E7D-5ED8-05C1-A077-B2DB511BA314}"/>
          </ac:spMkLst>
        </pc:spChg>
      </pc:sldChg>
      <pc:sldChg chg="modSp add mo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627472525" sldId="299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627472525" sldId="299"/>
            <ac:spMk id="3" creationId="{6A8A3044-82C9-B78F-0742-76465DE7FEA9}"/>
          </ac:spMkLst>
        </pc:spChg>
      </pc:sldChg>
      <pc:sldChg chg="modSp add del">
        <pc:chgData name="JULIO PEREZ GARCIA" userId="c1e48473-6eb9-4afc-abd2-b10f8768613c" providerId="ADAL" clId="{04CD7B26-B8C7-47CF-9795-734094EB417D}" dt="2026-02-21T19:10:50.852" v="4878" actId="2890"/>
        <pc:sldMkLst>
          <pc:docMk/>
          <pc:sldMk cId="2847571247" sldId="299"/>
        </pc:sldMkLst>
        <pc:spChg chg="mod">
          <ac:chgData name="JULIO PEREZ GARCIA" userId="c1e48473-6eb9-4afc-abd2-b10f8768613c" providerId="ADAL" clId="{04CD7B26-B8C7-47CF-9795-734094EB417D}" dt="2026-02-21T19:10:45.891" v="4877"/>
          <ac:spMkLst>
            <pc:docMk/>
            <pc:sldMk cId="2847571247" sldId="299"/>
            <ac:spMk id="3" creationId="{C1BA3712-89F6-674F-4C38-1D7097F9B11C}"/>
          </ac:spMkLst>
        </pc:spChg>
      </pc:sldChg>
      <pc:sldChg chg="modSp add mo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868443724" sldId="300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868443724" sldId="300"/>
            <ac:spMk id="3" creationId="{93CF1E16-564E-C72A-5AB2-95102A057D7E}"/>
          </ac:spMkLst>
        </pc:spChg>
      </pc:sldChg>
      <pc:sldChg chg="modSp add mo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1358585512" sldId="301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1358585512" sldId="301"/>
            <ac:spMk id="3" creationId="{C4FC6482-C573-0533-7F99-7A7ABA52BF13}"/>
          </ac:spMkLst>
        </pc:spChg>
      </pc:sldChg>
      <pc:sldChg chg="modSp add mo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1336549037" sldId="302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1336549037" sldId="302"/>
            <ac:spMk id="3" creationId="{6930010F-798E-DF20-23BB-A6816F9AA590}"/>
          </ac:spMkLst>
        </pc:spChg>
      </pc:sldChg>
      <pc:sldChg chg="modSp add mod or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3308224194" sldId="303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308224194" sldId="303"/>
            <ac:spMk id="3" creationId="{2808FEA6-B564-87EF-F8C4-27DE55F7BB21}"/>
          </ac:spMkLst>
        </pc:spChg>
      </pc:sldChg>
      <pc:sldChg chg="modSp add mod or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2233521525" sldId="304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2233521525" sldId="304"/>
            <ac:spMk id="3" creationId="{C925AFF9-D0B1-5F6C-B7C8-6A8AD76832A9}"/>
          </ac:spMkLst>
        </pc:spChg>
      </pc:sldChg>
      <pc:sldChg chg="new del">
        <pc:chgData name="JULIO PEREZ GARCIA" userId="c1e48473-6eb9-4afc-abd2-b10f8768613c" providerId="ADAL" clId="{04CD7B26-B8C7-47CF-9795-734094EB417D}" dt="2026-02-22T16:39:25.077" v="6220" actId="47"/>
        <pc:sldMkLst>
          <pc:docMk/>
          <pc:sldMk cId="3556248403" sldId="305"/>
        </pc:sldMkLst>
      </pc:sldChg>
      <pc:sldChg chg="modSp add mod ord">
        <pc:chgData name="JULIO PEREZ GARCIA" userId="c1e48473-6eb9-4afc-abd2-b10f8768613c" providerId="ADAL" clId="{04CD7B26-B8C7-47CF-9795-734094EB417D}" dt="2026-02-22T17:49:34.193" v="6444" actId="790"/>
        <pc:sldMkLst>
          <pc:docMk/>
          <pc:sldMk cId="3773403273" sldId="305"/>
        </pc:sldMkLst>
        <pc:spChg chg="mod">
          <ac:chgData name="JULIO PEREZ GARCIA" userId="c1e48473-6eb9-4afc-abd2-b10f8768613c" providerId="ADAL" clId="{04CD7B26-B8C7-47CF-9795-734094EB417D}" dt="2026-02-22T17:49:34.193" v="6444" actId="790"/>
          <ac:spMkLst>
            <pc:docMk/>
            <pc:sldMk cId="3773403273" sldId="305"/>
            <ac:spMk id="3" creationId="{72279B74-C60B-43AA-7169-D3523679635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241429-304F-2F50-4223-2E042F448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329B2F-B698-174E-3324-C5CD33186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A8BCAB-7C61-6F6E-6602-743314621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EF90-F00F-4F80-8467-EA43156FD64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583672-39F8-A1FE-060F-8B411AD58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7B36C0-A0A3-2891-BE00-169B8396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3AE-93E5-49C1-8E60-765C55B9A86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9903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F9ED8-DFF5-CE9C-0B05-B26048D94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A8D5B5-3BD7-39DB-591C-BBB398806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18F562-95A0-1691-A9F7-9EAACE9B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EF90-F00F-4F80-8467-EA43156FD64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01B51B-0644-BE11-5AD9-7924E964E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1031B1-FE7A-B8CB-28BA-4EAEA5BF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3AE-93E5-49C1-8E60-765C55B9A86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29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AC0E9-A4C1-E7AE-53A2-DD3AC3D98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C41F74-EA8B-15CF-990C-E8FFA98B6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9D745D-1DE2-962F-7416-71A0A411B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EF90-F00F-4F80-8467-EA43156FD64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5DD03D-4CEE-8CBE-578C-7FE236114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6DBEF2-8466-6953-E26D-31E749189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3AE-93E5-49C1-8E60-765C55B9A86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310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D09CE-B24B-D5AA-E08D-315A8A398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9BDD9E-441E-E9D0-B185-5A1DE64CD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5844E9-D9F7-C57B-FE9E-29CCFF893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84A250-5800-9E1C-1D38-945746878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EF90-F00F-4F80-8467-EA43156FD64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DB5634-8974-B669-A40B-8E5C2E25F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B3E563-C2AE-E683-DAA0-B21835692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3AE-93E5-49C1-8E60-765C55B9A86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9902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A3DD5E-656A-38B6-ECBC-39702AACC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A01F43-05E1-65D4-99AF-0D4645405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79095E-16A5-9557-5520-5B617DB66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91A124C-4EC7-CF7D-40CA-026926B17C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F5A47C4-8F10-C12E-8277-7125727FD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469DDD9-BDA0-53BD-5819-D2AB99EB3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EF90-F00F-4F80-8467-EA43156FD64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BA711D7-186F-BBFF-3D64-36EA9AE04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B9F4EA5-30E9-FC61-149D-D41A16B7D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3AE-93E5-49C1-8E60-765C55B9A86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0193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2401C-79E5-03FE-695B-C73A245A3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09FF9C-5B75-F48B-5B43-650CF9B0D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EF90-F00F-4F80-8467-EA43156FD64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597B33-8CAB-0407-4DD8-67E6F5E6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A33AFE-CA22-8525-F0F2-9F721946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3AE-93E5-49C1-8E60-765C55B9A86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756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107B5CF-DA01-6C16-C1B8-77BA427F5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EF90-F00F-4F80-8467-EA43156FD64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A6622BB-F4EB-DB3F-3B3E-97B5E7423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FD5354-ACBB-2D8E-738D-B03598D13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3AE-93E5-49C1-8E60-765C55B9A86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5645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D7EA1-C47B-612B-4DBC-292DF58AC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D2CB92-33AA-0516-5899-FD6578555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D9ADC7-B39D-CBE2-1E65-897679D53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4BF014-AFA3-E920-E2E1-51324FAA0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EF90-F00F-4F80-8467-EA43156FD64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B13D78-6BE6-1A31-5715-DF271BAE1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D5AD88-3500-1A5B-8EF7-97021C5AE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3AE-93E5-49C1-8E60-765C55B9A86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4538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49AA31-51BB-B25A-1F39-E37FF04E3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901415C-6470-5C77-A866-33D7A6135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A3BDC3-70C0-1894-015F-57F398902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036A00-6066-2C17-BA7D-F85CF782C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EF90-F00F-4F80-8467-EA43156FD64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C91A10-0056-6C32-8F04-5A718D23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0BF14F-E8E4-33E3-B9ED-0F5ECBE66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3AE-93E5-49C1-8E60-765C55B9A86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2759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C539E-1CF1-FC56-CF12-73BD482E8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1D0387-04B3-30F3-3639-7B35D0C74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1EC7F0-9693-AF8E-16C9-81EF51961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EF90-F00F-4F80-8467-EA43156FD64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BE546E-081C-0EDB-1480-61213AE7D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CEE631-9ABF-AA7B-85A3-348B13E99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3AE-93E5-49C1-8E60-765C55B9A86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39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1DBAB7-685E-7F99-9C5A-6D74A52D7A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9A4E76-9854-1B5A-443F-406AD0DDA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597355-44EE-7017-5196-22ECE526E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EF90-F00F-4F80-8467-EA43156FD64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92053D-86CD-07BF-E88A-885124423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ED62FD-3EC8-1B4F-03CD-0B53B75E5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3AE-93E5-49C1-8E60-765C55B9A86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4440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C1E392A-D8DD-2F16-D4E9-58DFCAF47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9F7C01-BF98-2AA3-E65D-39E0548E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61AAC5-006D-1EC0-FF95-DB81B07C51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CEF90-F00F-4F80-8467-EA43156FD64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CA6F75-C821-F031-4777-7A6C9A1A0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6A45BE-5994-AD29-35B1-6600B6EB2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123AE-93E5-49C1-8E60-765C55B9A86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9765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AA7E09E-B34B-E3DC-B7FE-D363F474A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49" y="0"/>
            <a:ext cx="4848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720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AEB44-0C19-6910-0CAF-2F5876773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08FEA6-B564-87EF-F8C4-27DE55F7B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176"/>
            <a:ext cx="10325519" cy="57247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5400" noProof="0" dirty="0">
                <a:latin typeface="Garamond" panose="02020404030301010803" pitchFamily="18" charset="0"/>
              </a:rPr>
              <a:t>‘Platonismo medio’ (c. I a. C.- II d. C)</a:t>
            </a:r>
          </a:p>
          <a:p>
            <a:pPr>
              <a:lnSpc>
                <a:spcPct val="150000"/>
              </a:lnSpc>
            </a:pPr>
            <a:r>
              <a:rPr lang="es-ES" sz="5400" noProof="0" dirty="0">
                <a:latin typeface="Garamond" panose="02020404030301010803" pitchFamily="18" charset="0"/>
              </a:rPr>
              <a:t>‘Neoplatonismo’ (c. II-VI d. C.)</a:t>
            </a:r>
          </a:p>
          <a:p>
            <a:pPr>
              <a:lnSpc>
                <a:spcPct val="150000"/>
              </a:lnSpc>
            </a:pPr>
            <a:r>
              <a:rPr lang="es-ES" sz="5400" b="1" noProof="0" dirty="0">
                <a:latin typeface="Garamond" panose="02020404030301010803" pitchFamily="18" charset="0"/>
              </a:rPr>
              <a:t>Origen </a:t>
            </a:r>
            <a:r>
              <a:rPr lang="es-ES" sz="5400" noProof="0" dirty="0">
                <a:latin typeface="Garamond" panose="02020404030301010803" pitchFamily="18" charset="0"/>
              </a:rPr>
              <a:t>en s. </a:t>
            </a:r>
            <a:r>
              <a:rPr lang="es-ES" sz="5400" b="1" noProof="0" dirty="0">
                <a:latin typeface="Garamond" panose="02020404030301010803" pitchFamily="18" charset="0"/>
              </a:rPr>
              <a:t>XIX</a:t>
            </a:r>
            <a:r>
              <a:rPr lang="es-ES" sz="5400" noProof="0" dirty="0">
                <a:latin typeface="Garamond" panose="02020404030301010803" pitchFamily="18" charset="0"/>
              </a:rPr>
              <a:t>.</a:t>
            </a:r>
            <a:endParaRPr lang="es-ES" sz="5400" b="1" noProof="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224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F8F2C-FE28-C8E4-4A94-FA433C540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25AFF9-D0B1-5F6C-B7C8-6A8AD7683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213"/>
            <a:ext cx="10325519" cy="572478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s-ES" sz="7200" noProof="0" dirty="0">
                <a:latin typeface="Garamond" panose="02020404030301010803" pitchFamily="18" charset="0"/>
              </a:rPr>
              <a:t>¿Qué es y cómo surge  el ‘platonismo’?</a:t>
            </a:r>
          </a:p>
        </p:txBody>
      </p:sp>
    </p:spTree>
    <p:extLst>
      <p:ext uri="{BB962C8B-B14F-4D97-AF65-F5344CB8AC3E}">
        <p14:creationId xmlns:p14="http://schemas.microsoft.com/office/powerpoint/2010/main" val="2233521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DDBF865-8CA5-916B-6D0C-0E7691C43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708" y="0"/>
            <a:ext cx="4410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7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E13FFC-DA10-448D-265B-DEE028339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176"/>
            <a:ext cx="10325519" cy="57247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5400" noProof="0" dirty="0">
                <a:latin typeface="Garamond" panose="02020404030301010803" pitchFamily="18" charset="0"/>
              </a:rPr>
              <a:t>Las ‘enseñanzas no escritas’ (</a:t>
            </a:r>
            <a:r>
              <a:rPr lang="es-ES" sz="5400" i="1" noProof="0" dirty="0" err="1">
                <a:latin typeface="Garamond" panose="02020404030301010803" pitchFamily="18" charset="0"/>
              </a:rPr>
              <a:t>agrapha</a:t>
            </a:r>
            <a:r>
              <a:rPr lang="es-ES" sz="5400" i="1" noProof="0" dirty="0">
                <a:latin typeface="Garamond" panose="02020404030301010803" pitchFamily="18" charset="0"/>
              </a:rPr>
              <a:t> </a:t>
            </a:r>
            <a:r>
              <a:rPr lang="es-ES" sz="5400" i="1" noProof="0" dirty="0" err="1">
                <a:latin typeface="Garamond" panose="02020404030301010803" pitchFamily="18" charset="0"/>
              </a:rPr>
              <a:t>dogmata</a:t>
            </a:r>
            <a:r>
              <a:rPr lang="es-ES" sz="5400" noProof="0" dirty="0">
                <a:latin typeface="Garamond" panose="02020404030301010803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s-ES" sz="5400" noProof="0" dirty="0">
                <a:latin typeface="Garamond" panose="02020404030301010803" pitchFamily="18" charset="0"/>
              </a:rPr>
              <a:t>La crítica a la escritura.</a:t>
            </a:r>
          </a:p>
          <a:p>
            <a:pPr>
              <a:lnSpc>
                <a:spcPct val="150000"/>
              </a:lnSpc>
            </a:pPr>
            <a:r>
              <a:rPr lang="es-ES" sz="5400" noProof="0" dirty="0">
                <a:latin typeface="Garamond" panose="02020404030301010803" pitchFamily="18" charset="0"/>
              </a:rPr>
              <a:t>Lo uno </a:t>
            </a:r>
            <a:r>
              <a:rPr lang="es-ES" sz="5400" i="1" noProof="0" dirty="0">
                <a:latin typeface="Garamond" panose="02020404030301010803" pitchFamily="18" charset="0"/>
              </a:rPr>
              <a:t>vs. </a:t>
            </a:r>
            <a:r>
              <a:rPr lang="es-ES" sz="5400" noProof="0" dirty="0">
                <a:latin typeface="Garamond" panose="02020404030301010803" pitchFamily="18" charset="0"/>
              </a:rPr>
              <a:t>Lo múltiple.</a:t>
            </a:r>
          </a:p>
        </p:txBody>
      </p:sp>
    </p:spTree>
    <p:extLst>
      <p:ext uri="{BB962C8B-B14F-4D97-AF65-F5344CB8AC3E}">
        <p14:creationId xmlns:p14="http://schemas.microsoft.com/office/powerpoint/2010/main" val="1297278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39886-023C-8EDE-24A3-CDC523F3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467260-3354-7E2E-B43E-48CC9F469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213"/>
            <a:ext cx="10325519" cy="572478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s-ES" sz="5400" noProof="0" dirty="0">
                <a:latin typeface="Garamond" panose="02020404030301010803" pitchFamily="18" charset="0"/>
              </a:rPr>
              <a:t>¿Qué relación epistémica tenía Platón con estas ‘enseñanzas no escritas’?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ES" sz="5400" noProof="0" dirty="0">
                <a:latin typeface="Garamond" panose="02020404030301010803" pitchFamily="18" charset="0"/>
              </a:rPr>
              <a:t>¿Certeza u opinión?</a:t>
            </a:r>
          </a:p>
        </p:txBody>
      </p:sp>
    </p:spTree>
    <p:extLst>
      <p:ext uri="{BB962C8B-B14F-4D97-AF65-F5344CB8AC3E}">
        <p14:creationId xmlns:p14="http://schemas.microsoft.com/office/powerpoint/2010/main" val="1336954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Mapa&#10;&#10;El contenido generado por IA puede ser incorrecto.">
            <a:extLst>
              <a:ext uri="{FF2B5EF4-FFF2-40B4-BE49-F238E27FC236}">
                <a16:creationId xmlns:a16="http://schemas.microsoft.com/office/drawing/2014/main" id="{6B5D5216-2CDA-807A-0304-0BAD817B6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989" y="-38756"/>
            <a:ext cx="6712022" cy="689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675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47140-1B16-DE2B-BC72-0F69C986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13B8E9-8095-CC67-07D6-9F5BFD88F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105" y="349366"/>
            <a:ext cx="10325519" cy="5724787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" sz="5400" noProof="0" dirty="0">
                <a:latin typeface="Garamond" panose="02020404030301010803" pitchFamily="18" charset="0"/>
              </a:rPr>
              <a:t>Programa de investigación continuista.</a:t>
            </a:r>
          </a:p>
          <a:p>
            <a:pPr>
              <a:lnSpc>
                <a:spcPct val="150000"/>
              </a:lnSpc>
            </a:pPr>
            <a:r>
              <a:rPr lang="es-ES" sz="5400" noProof="0" dirty="0">
                <a:latin typeface="Garamond" panose="02020404030301010803" pitchFamily="18" charset="0"/>
              </a:rPr>
              <a:t>Desarrollo de propuestas organizadas.</a:t>
            </a:r>
          </a:p>
          <a:p>
            <a:pPr>
              <a:lnSpc>
                <a:spcPct val="150000"/>
              </a:lnSpc>
            </a:pPr>
            <a:r>
              <a:rPr lang="es-ES" sz="5400" noProof="0" dirty="0">
                <a:latin typeface="Garamond" panose="02020404030301010803" pitchFamily="18" charset="0"/>
              </a:rPr>
              <a:t> Desacuerdo entre propuestas.</a:t>
            </a:r>
          </a:p>
          <a:p>
            <a:pPr>
              <a:lnSpc>
                <a:spcPct val="150000"/>
              </a:lnSpc>
            </a:pPr>
            <a:r>
              <a:rPr lang="es-ES" sz="5400" noProof="0" dirty="0">
                <a:latin typeface="Garamond" panose="02020404030301010803" pitchFamily="18" charset="0"/>
              </a:rPr>
              <a:t>Estoicismo surge en este contexto.</a:t>
            </a:r>
          </a:p>
        </p:txBody>
      </p:sp>
    </p:spTree>
    <p:extLst>
      <p:ext uri="{BB962C8B-B14F-4D97-AF65-F5344CB8AC3E}">
        <p14:creationId xmlns:p14="http://schemas.microsoft.com/office/powerpoint/2010/main" val="293315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persona, hombre, edificio, vistiendo&#10;&#10;El contenido generado por IA puede ser incorrecto.">
            <a:extLst>
              <a:ext uri="{FF2B5EF4-FFF2-40B4-BE49-F238E27FC236}">
                <a16:creationId xmlns:a16="http://schemas.microsoft.com/office/drawing/2014/main" id="{458EECCD-240D-2BFD-AD75-F5C7BAC5D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440" y="0"/>
            <a:ext cx="48451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55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DE8E0-A3DE-18F1-465D-574B9CCDB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A21F31B-BD99-B602-C27B-15477D67D334}"/>
              </a:ext>
            </a:extLst>
          </p:cNvPr>
          <p:cNvSpPr txBox="1"/>
          <p:nvPr/>
        </p:nvSpPr>
        <p:spPr>
          <a:xfrm>
            <a:off x="4113175" y="117531"/>
            <a:ext cx="2477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noProof="0" dirty="0">
                <a:latin typeface="Garamond" panose="02020404030301010803" pitchFamily="18" charset="0"/>
              </a:rPr>
              <a:t>Arcesilao</a:t>
            </a:r>
          </a:p>
        </p:txBody>
      </p:sp>
      <p:cxnSp>
        <p:nvCxnSpPr>
          <p:cNvPr id="8" name="Conector: curvado 7">
            <a:extLst>
              <a:ext uri="{FF2B5EF4-FFF2-40B4-BE49-F238E27FC236}">
                <a16:creationId xmlns:a16="http://schemas.microsoft.com/office/drawing/2014/main" id="{48F75114-5C96-7606-F5C4-C182428F3D2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38339" y="882554"/>
            <a:ext cx="995929" cy="81874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D6E3072-3695-B596-0A00-D764CA4EA7A2}"/>
              </a:ext>
            </a:extLst>
          </p:cNvPr>
          <p:cNvSpPr txBox="1"/>
          <p:nvPr/>
        </p:nvSpPr>
        <p:spPr>
          <a:xfrm>
            <a:off x="5009745" y="1671723"/>
            <a:ext cx="2827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noProof="0" dirty="0">
                <a:latin typeface="Garamond" panose="02020404030301010803" pitchFamily="18" charset="0"/>
              </a:rPr>
              <a:t>Carnéades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B4B4A11-4B54-8AC2-1956-372E6F79E080}"/>
              </a:ext>
            </a:extLst>
          </p:cNvPr>
          <p:cNvCxnSpPr/>
          <p:nvPr/>
        </p:nvCxnSpPr>
        <p:spPr>
          <a:xfrm flipH="1">
            <a:off x="4521739" y="2440845"/>
            <a:ext cx="671209" cy="3961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4762374-83D8-624D-D5C4-27717E8EA754}"/>
              </a:ext>
            </a:extLst>
          </p:cNvPr>
          <p:cNvSpPr txBox="1"/>
          <p:nvPr/>
        </p:nvSpPr>
        <p:spPr>
          <a:xfrm>
            <a:off x="2699422" y="2638906"/>
            <a:ext cx="2827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noProof="0" dirty="0">
                <a:latin typeface="Garamond" panose="02020404030301010803" pitchFamily="18" charset="0"/>
              </a:rPr>
              <a:t>Clitómaco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0657C92-1EEF-BAFE-FD1D-33850E08E036}"/>
              </a:ext>
            </a:extLst>
          </p:cNvPr>
          <p:cNvCxnSpPr>
            <a:cxnSpLocks/>
          </p:cNvCxnSpPr>
          <p:nvPr/>
        </p:nvCxnSpPr>
        <p:spPr>
          <a:xfrm>
            <a:off x="7603793" y="2363024"/>
            <a:ext cx="721465" cy="415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1BEBD20-4099-6861-18B1-A54A834B3B1F}"/>
              </a:ext>
            </a:extLst>
          </p:cNvPr>
          <p:cNvSpPr txBox="1"/>
          <p:nvPr/>
        </p:nvSpPr>
        <p:spPr>
          <a:xfrm>
            <a:off x="7334655" y="2638905"/>
            <a:ext cx="2827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noProof="0" dirty="0" err="1">
                <a:latin typeface="Garamond" panose="02020404030301010803" pitchFamily="18" charset="0"/>
              </a:rPr>
              <a:t>Metrodoro</a:t>
            </a:r>
            <a:endParaRPr lang="es-ES" sz="4800" noProof="0" dirty="0">
              <a:latin typeface="Garamond" panose="02020404030301010803" pitchFamily="18" charset="0"/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4BBF958-550C-C4CA-A2A5-4CB7425DE271}"/>
              </a:ext>
            </a:extLst>
          </p:cNvPr>
          <p:cNvCxnSpPr>
            <a:cxnSpLocks/>
          </p:cNvCxnSpPr>
          <p:nvPr/>
        </p:nvCxnSpPr>
        <p:spPr>
          <a:xfrm>
            <a:off x="3848906" y="4557407"/>
            <a:ext cx="0" cy="444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13F5315-6492-BC0A-53F8-1F2C622017CA}"/>
              </a:ext>
            </a:extLst>
          </p:cNvPr>
          <p:cNvSpPr txBox="1"/>
          <p:nvPr/>
        </p:nvSpPr>
        <p:spPr>
          <a:xfrm>
            <a:off x="6044646" y="2886243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i="1" noProof="0" dirty="0">
                <a:latin typeface="Garamond" panose="02020404030301010803" pitchFamily="18" charset="0"/>
              </a:rPr>
              <a:t>Vs</a:t>
            </a:r>
            <a:r>
              <a:rPr lang="es-ES" noProof="0" dirty="0"/>
              <a:t>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AE6EC92-1AC7-1677-440A-91D0863FB512}"/>
              </a:ext>
            </a:extLst>
          </p:cNvPr>
          <p:cNvSpPr txBox="1"/>
          <p:nvPr/>
        </p:nvSpPr>
        <p:spPr>
          <a:xfrm>
            <a:off x="3018813" y="4779787"/>
            <a:ext cx="2827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noProof="0" dirty="0">
                <a:latin typeface="Garamond" panose="02020404030301010803" pitchFamily="18" charset="0"/>
              </a:rPr>
              <a:t>Antíoco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2C3FFFD0-34A0-5B7B-9C79-579DCB9D2311}"/>
              </a:ext>
            </a:extLst>
          </p:cNvPr>
          <p:cNvCxnSpPr>
            <a:cxnSpLocks/>
          </p:cNvCxnSpPr>
          <p:nvPr/>
        </p:nvCxnSpPr>
        <p:spPr>
          <a:xfrm>
            <a:off x="3834315" y="3409463"/>
            <a:ext cx="0" cy="455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958A5F6-0783-EE71-E30E-34E6ED5DE697}"/>
              </a:ext>
            </a:extLst>
          </p:cNvPr>
          <p:cNvSpPr txBox="1"/>
          <p:nvPr/>
        </p:nvSpPr>
        <p:spPr>
          <a:xfrm>
            <a:off x="3018813" y="3812604"/>
            <a:ext cx="2827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noProof="0" dirty="0">
                <a:latin typeface="Garamond" panose="02020404030301010803" pitchFamily="18" charset="0"/>
              </a:rPr>
              <a:t>Filión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F38B7B4-3402-42BF-305C-CBDE31594571}"/>
              </a:ext>
            </a:extLst>
          </p:cNvPr>
          <p:cNvSpPr txBox="1"/>
          <p:nvPr/>
        </p:nvSpPr>
        <p:spPr>
          <a:xfrm>
            <a:off x="4535780" y="3518255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i="1" noProof="0" dirty="0">
                <a:latin typeface="Garamond" panose="02020404030301010803" pitchFamily="18" charset="0"/>
              </a:rPr>
              <a:t>Vs</a:t>
            </a:r>
            <a:r>
              <a:rPr lang="es-ES" noProof="0" dirty="0"/>
              <a:t>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3436A15-78BB-03DE-4705-B91ABD3FD450}"/>
              </a:ext>
            </a:extLst>
          </p:cNvPr>
          <p:cNvSpPr txBox="1"/>
          <p:nvPr/>
        </p:nvSpPr>
        <p:spPr>
          <a:xfrm>
            <a:off x="3946193" y="4492183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i="1" noProof="0" dirty="0">
                <a:latin typeface="Garamond" panose="02020404030301010803" pitchFamily="18" charset="0"/>
              </a:rPr>
              <a:t>Vs</a:t>
            </a:r>
            <a:r>
              <a:rPr lang="es-ES" noProof="0" dirty="0"/>
              <a:t>.</a:t>
            </a:r>
          </a:p>
        </p:txBody>
      </p:sp>
      <p:cxnSp>
        <p:nvCxnSpPr>
          <p:cNvPr id="42" name="Conector: curvado 41">
            <a:extLst>
              <a:ext uri="{FF2B5EF4-FFF2-40B4-BE49-F238E27FC236}">
                <a16:creationId xmlns:a16="http://schemas.microsoft.com/office/drawing/2014/main" id="{4F24A224-815F-9D6F-D614-FB80311598C3}"/>
              </a:ext>
            </a:extLst>
          </p:cNvPr>
          <p:cNvCxnSpPr/>
          <p:nvPr/>
        </p:nvCxnSpPr>
        <p:spPr>
          <a:xfrm flipV="1">
            <a:off x="4589318" y="3469902"/>
            <a:ext cx="3873746" cy="858907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1A19758-AB71-83BA-E506-5EB80999E35D}"/>
              </a:ext>
            </a:extLst>
          </p:cNvPr>
          <p:cNvSpPr txBox="1"/>
          <p:nvPr/>
        </p:nvSpPr>
        <p:spPr>
          <a:xfrm>
            <a:off x="6281857" y="1049633"/>
            <a:ext cx="155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noProof="0" dirty="0">
                <a:latin typeface="Garamond" panose="02020404030301010803" pitchFamily="18" charset="0"/>
              </a:rPr>
              <a:t>c. 100 años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5544C46-C0C3-6A4A-FED5-E17DB1B74C31}"/>
              </a:ext>
            </a:extLst>
          </p:cNvPr>
          <p:cNvSpPr txBox="1"/>
          <p:nvPr/>
        </p:nvSpPr>
        <p:spPr>
          <a:xfrm>
            <a:off x="6096000" y="4116233"/>
            <a:ext cx="1744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noProof="0" dirty="0">
                <a:latin typeface="Garamond" panose="02020404030301010803" pitchFamily="18" charset="0"/>
              </a:rPr>
              <a:t>Libros Romanos</a:t>
            </a:r>
          </a:p>
        </p:txBody>
      </p:sp>
    </p:spTree>
    <p:extLst>
      <p:ext uri="{BB962C8B-B14F-4D97-AF65-F5344CB8AC3E}">
        <p14:creationId xmlns:p14="http://schemas.microsoft.com/office/powerpoint/2010/main" val="3089987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D06B4-EF73-79E5-275C-CE193C4A5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57E249-AE30-E684-FDBC-B1F146172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176"/>
            <a:ext cx="11029545" cy="629882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s-ES" sz="4000" b="1" noProof="0" dirty="0">
                <a:latin typeface="Garamond" panose="02020404030301010803" pitchFamily="18" charset="0"/>
              </a:rPr>
              <a:t>Carneades</a:t>
            </a:r>
            <a:r>
              <a:rPr lang="es-ES" sz="4000" noProof="0" dirty="0">
                <a:latin typeface="Garamond" panose="02020404030301010803" pitchFamily="18" charset="0"/>
              </a:rPr>
              <a:t>: las cosas son </a:t>
            </a:r>
            <a:r>
              <a:rPr lang="es-ES" sz="4000" b="1" noProof="0" dirty="0">
                <a:latin typeface="Garamond" panose="02020404030301010803" pitchFamily="18" charset="0"/>
              </a:rPr>
              <a:t>inaprehensibles</a:t>
            </a:r>
            <a:r>
              <a:rPr lang="es-ES" sz="4000" noProof="0" dirty="0">
                <a:latin typeface="Garamond" panose="02020404030301010803" pitchFamily="18" charset="0"/>
              </a:rPr>
              <a:t>, el sabio </a:t>
            </a:r>
            <a:r>
              <a:rPr lang="es-ES" sz="4000" b="1" noProof="0" dirty="0">
                <a:latin typeface="Garamond" panose="02020404030301010803" pitchFamily="18" charset="0"/>
              </a:rPr>
              <a:t>suspende</a:t>
            </a:r>
            <a:r>
              <a:rPr lang="es-ES" sz="4000" noProof="0" dirty="0">
                <a:latin typeface="Garamond" panose="02020404030301010803" pitchFamily="18" charset="0"/>
              </a:rPr>
              <a:t> juicio </a:t>
            </a:r>
            <a:r>
              <a:rPr lang="es-ES" sz="4000" b="1" noProof="0" dirty="0">
                <a:latin typeface="Garamond" panose="02020404030301010803" pitchFamily="18" charset="0"/>
              </a:rPr>
              <a:t>Y</a:t>
            </a:r>
            <a:r>
              <a:rPr lang="es-ES" sz="4000" noProof="0" dirty="0">
                <a:latin typeface="Garamond" panose="02020404030301010803" pitchFamily="18" charset="0"/>
              </a:rPr>
              <a:t> el sabio </a:t>
            </a:r>
            <a:r>
              <a:rPr lang="es-ES" sz="4000" b="1" noProof="0" dirty="0">
                <a:latin typeface="Garamond" panose="02020404030301010803" pitchFamily="18" charset="0"/>
              </a:rPr>
              <a:t>opina</a:t>
            </a:r>
          </a:p>
          <a:p>
            <a:pPr>
              <a:lnSpc>
                <a:spcPct val="150000"/>
              </a:lnSpc>
            </a:pPr>
            <a:r>
              <a:rPr lang="es-ES" sz="4000" b="1" noProof="0" dirty="0">
                <a:latin typeface="Garamond" panose="02020404030301010803" pitchFamily="18" charset="0"/>
              </a:rPr>
              <a:t>Clitómaco</a:t>
            </a:r>
            <a:r>
              <a:rPr lang="es-ES" sz="4000" noProof="0" dirty="0">
                <a:latin typeface="Garamond" panose="02020404030301010803" pitchFamily="18" charset="0"/>
              </a:rPr>
              <a:t>: las cosas son </a:t>
            </a:r>
            <a:r>
              <a:rPr lang="es-ES" sz="4000" b="1" noProof="0" dirty="0">
                <a:latin typeface="Garamond" panose="02020404030301010803" pitchFamily="18" charset="0"/>
              </a:rPr>
              <a:t>inaprehensibles</a:t>
            </a:r>
            <a:r>
              <a:rPr lang="es-ES" sz="4000" noProof="0" dirty="0">
                <a:latin typeface="Garamond" panose="02020404030301010803" pitchFamily="18" charset="0"/>
              </a:rPr>
              <a:t>, el sabio </a:t>
            </a:r>
            <a:r>
              <a:rPr lang="es-ES" sz="4000" b="1" noProof="0" dirty="0">
                <a:latin typeface="Garamond" panose="02020404030301010803" pitchFamily="18" charset="0"/>
              </a:rPr>
              <a:t>retiene</a:t>
            </a:r>
            <a:r>
              <a:rPr lang="es-ES" sz="4000" noProof="0" dirty="0">
                <a:latin typeface="Garamond" panose="02020404030301010803" pitchFamily="18" charset="0"/>
              </a:rPr>
              <a:t> asentimiento.</a:t>
            </a:r>
          </a:p>
          <a:p>
            <a:pPr>
              <a:lnSpc>
                <a:spcPct val="150000"/>
              </a:lnSpc>
            </a:pPr>
            <a:r>
              <a:rPr lang="es-ES" sz="4000" b="1" noProof="0" dirty="0">
                <a:latin typeface="Garamond" panose="02020404030301010803" pitchFamily="18" charset="0"/>
              </a:rPr>
              <a:t>Filión</a:t>
            </a:r>
            <a:r>
              <a:rPr lang="es-ES" sz="4000" noProof="0" dirty="0">
                <a:latin typeface="Garamond" panose="02020404030301010803" pitchFamily="18" charset="0"/>
              </a:rPr>
              <a:t>: las cosas son </a:t>
            </a:r>
            <a:r>
              <a:rPr lang="es-ES" sz="4000" b="1" noProof="0" dirty="0">
                <a:latin typeface="Garamond" panose="02020404030301010803" pitchFamily="18" charset="0"/>
              </a:rPr>
              <a:t>inaprehensibles</a:t>
            </a:r>
            <a:r>
              <a:rPr lang="es-ES" sz="4000" noProof="0" dirty="0">
                <a:latin typeface="Garamond" panose="02020404030301010803" pitchFamily="18" charset="0"/>
              </a:rPr>
              <a:t>, el sabio </a:t>
            </a:r>
            <a:r>
              <a:rPr lang="es-ES" sz="4000" b="1" noProof="0" dirty="0">
                <a:latin typeface="Garamond" panose="02020404030301010803" pitchFamily="18" charset="0"/>
              </a:rPr>
              <a:t>opina</a:t>
            </a:r>
            <a:r>
              <a:rPr lang="es-ES" sz="4000" noProof="0" dirty="0">
                <a:latin typeface="Garamond" panose="02020404030301010803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s-ES" sz="4000" b="1" noProof="0" dirty="0" err="1">
                <a:latin typeface="Garamond" panose="02020404030301010803" pitchFamily="18" charset="0"/>
              </a:rPr>
              <a:t>Metrodoro</a:t>
            </a:r>
            <a:r>
              <a:rPr lang="es-ES" sz="4000" b="1" noProof="0" dirty="0">
                <a:latin typeface="Garamond" panose="02020404030301010803" pitchFamily="18" charset="0"/>
              </a:rPr>
              <a:t> </a:t>
            </a:r>
            <a:r>
              <a:rPr lang="es-ES" sz="4000" noProof="0" dirty="0">
                <a:latin typeface="Garamond" panose="02020404030301010803" pitchFamily="18" charset="0"/>
              </a:rPr>
              <a:t>y</a:t>
            </a:r>
            <a:r>
              <a:rPr lang="es-ES" sz="4000" b="1" noProof="0" dirty="0">
                <a:latin typeface="Garamond" panose="02020404030301010803" pitchFamily="18" charset="0"/>
              </a:rPr>
              <a:t> Filión romano</a:t>
            </a:r>
            <a:r>
              <a:rPr lang="es-ES" sz="4000" noProof="0" dirty="0">
                <a:latin typeface="Garamond" panose="02020404030301010803" pitchFamily="18" charset="0"/>
              </a:rPr>
              <a:t>: las cosas son </a:t>
            </a:r>
            <a:r>
              <a:rPr lang="es-ES" sz="4000" b="1" noProof="0" dirty="0">
                <a:latin typeface="Garamond" panose="02020404030301010803" pitchFamily="18" charset="0"/>
              </a:rPr>
              <a:t>aprehensibles</a:t>
            </a:r>
            <a:r>
              <a:rPr lang="es-ES" sz="4000" noProof="0" dirty="0">
                <a:latin typeface="Garamond" panose="02020404030301010803" pitchFamily="18" charset="0"/>
              </a:rPr>
              <a:t>, pero </a:t>
            </a:r>
            <a:r>
              <a:rPr lang="es-ES" sz="4000" b="1" noProof="0" dirty="0">
                <a:latin typeface="Garamond" panose="02020404030301010803" pitchFamily="18" charset="0"/>
              </a:rPr>
              <a:t>no</a:t>
            </a:r>
            <a:r>
              <a:rPr lang="es-ES" sz="4000" noProof="0" dirty="0">
                <a:latin typeface="Garamond" panose="02020404030301010803" pitchFamily="18" charset="0"/>
              </a:rPr>
              <a:t> en el sentido </a:t>
            </a:r>
            <a:r>
              <a:rPr lang="es-ES" sz="4000" b="1" noProof="0" dirty="0">
                <a:latin typeface="Garamond" panose="02020404030301010803" pitchFamily="18" charset="0"/>
              </a:rPr>
              <a:t>estoico</a:t>
            </a:r>
            <a:r>
              <a:rPr lang="es-ES" sz="4000" noProof="0" dirty="0">
                <a:latin typeface="Garamond" panose="02020404030301010803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s-ES" sz="4000" b="1" noProof="0" dirty="0">
                <a:latin typeface="Garamond" panose="02020404030301010803" pitchFamily="18" charset="0"/>
              </a:rPr>
              <a:t>Antíoco</a:t>
            </a:r>
            <a:r>
              <a:rPr lang="es-ES" sz="4000" noProof="0" dirty="0">
                <a:latin typeface="Garamond" panose="02020404030301010803" pitchFamily="18" charset="0"/>
              </a:rPr>
              <a:t>: las cosas son </a:t>
            </a:r>
            <a:r>
              <a:rPr lang="es-ES" sz="4000" b="1" noProof="0" dirty="0">
                <a:latin typeface="Garamond" panose="02020404030301010803" pitchFamily="18" charset="0"/>
              </a:rPr>
              <a:t>aprehensibles</a:t>
            </a:r>
            <a:r>
              <a:rPr lang="es-ES" sz="4000" noProof="0" dirty="0">
                <a:latin typeface="Garamond" panose="02020404030301010803" pitchFamily="18" charset="0"/>
              </a:rPr>
              <a:t>, el sabio </a:t>
            </a:r>
            <a:r>
              <a:rPr lang="es-ES" sz="4000" b="1" noProof="0" dirty="0">
                <a:latin typeface="Garamond" panose="02020404030301010803" pitchFamily="18" charset="0"/>
              </a:rPr>
              <a:t>no opina</a:t>
            </a:r>
            <a:r>
              <a:rPr lang="es-ES" sz="4000" noProof="0" dirty="0">
                <a:latin typeface="Garamond" panose="02020404030301010803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s-ES" sz="4000" b="1" noProof="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267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FEF50-C28C-F6E6-65F0-374F4133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C9CD74-114C-8FC8-0FFE-23B1D4C92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176"/>
            <a:ext cx="11019817" cy="5724787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5400" noProof="0" dirty="0">
                <a:latin typeface="Garamond" panose="02020404030301010803" pitchFamily="18" charset="0"/>
              </a:rPr>
              <a:t>K1	Proviene de un objeto existente,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5400" noProof="0" dirty="0">
                <a:latin typeface="Garamond" panose="02020404030301010803" pitchFamily="18" charset="0"/>
              </a:rPr>
              <a:t>K2	está estampada e impresa de acuerdo con ese objeto, 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5400" b="1" noProof="0" dirty="0">
                <a:latin typeface="Garamond" panose="02020404030301010803" pitchFamily="18" charset="0"/>
              </a:rPr>
              <a:t>K3	es tal que no pudiera haber provenido de algo que no existiese. </a:t>
            </a:r>
          </a:p>
          <a:p>
            <a:endParaRPr lang="es-ES" sz="3600" noProof="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941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7FD06-7B09-2154-9062-11C71B9F3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627E4A-1711-D80E-D27D-28B15A697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240" y="1133213"/>
            <a:ext cx="10325519" cy="572478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3600" noProof="0" dirty="0">
                <a:latin typeface="Garamond" panose="02020404030301010803" pitchFamily="18" charset="0"/>
              </a:rPr>
              <a:t>Enesidemo: ‘[Los académicos] parecen estoicos peleando con otros estoicos… es solo sobre la impresión cataléptica que dicen estar en desacuerdo.’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2400" noProof="0" dirty="0">
                <a:latin typeface="Garamond" panose="02020404030301010803" pitchFamily="18" charset="0"/>
              </a:rPr>
              <a:t>(Focio, </a:t>
            </a:r>
            <a:r>
              <a:rPr lang="es-ES" sz="2400" i="1" noProof="0" dirty="0">
                <a:latin typeface="Garamond" panose="02020404030301010803" pitchFamily="18" charset="0"/>
              </a:rPr>
              <a:t>Bibl</a:t>
            </a:r>
            <a:r>
              <a:rPr lang="es-ES" sz="2400" noProof="0" dirty="0">
                <a:latin typeface="Garamond" panose="02020404030301010803" pitchFamily="18" charset="0"/>
              </a:rPr>
              <a:t>. 212 170a 14–22).</a:t>
            </a:r>
          </a:p>
          <a:p>
            <a:pPr>
              <a:lnSpc>
                <a:spcPct val="150000"/>
              </a:lnSpc>
            </a:pPr>
            <a:endParaRPr lang="es-ES" sz="4000" b="1" noProof="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096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E8329-B287-6748-0663-D95B79B18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908508-017C-E59D-5AF1-E37C88473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176"/>
            <a:ext cx="11221720" cy="572478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" sz="4000" noProof="0" dirty="0">
                <a:latin typeface="Garamond" panose="02020404030301010803" pitchFamily="18" charset="0"/>
              </a:rPr>
              <a:t>Filión: Atenas </a:t>
            </a:r>
            <a:r>
              <a:rPr lang="es-ES" sz="4000" noProof="0" dirty="0">
                <a:latin typeface="Garamond" panose="02020404030301010803" pitchFamily="18" charset="0"/>
                <a:sym typeface="Wingdings" panose="05000000000000000000" pitchFamily="2" charset="2"/>
              </a:rPr>
              <a:t> Roma. Guerras </a:t>
            </a:r>
            <a:r>
              <a:rPr lang="es-ES" sz="4000" noProof="0" dirty="0" err="1">
                <a:latin typeface="Garamond" panose="02020404030301010803" pitchFamily="18" charset="0"/>
                <a:sym typeface="Wingdings" panose="05000000000000000000" pitchFamily="2" charset="2"/>
              </a:rPr>
              <a:t>mitridáticas</a:t>
            </a:r>
            <a:r>
              <a:rPr lang="es-ES" sz="4000" noProof="0" dirty="0">
                <a:latin typeface="Garamond" panose="02020404030301010803" pitchFamily="18" charset="0"/>
                <a:sym typeface="Wingdings" panose="05000000000000000000" pitchFamily="2" charset="2"/>
              </a:rPr>
              <a:t> (88 a. C.)</a:t>
            </a:r>
          </a:p>
          <a:p>
            <a:pPr>
              <a:lnSpc>
                <a:spcPct val="150000"/>
              </a:lnSpc>
            </a:pPr>
            <a:r>
              <a:rPr lang="es-ES" sz="4000" noProof="0" dirty="0">
                <a:latin typeface="Garamond" panose="02020404030301010803" pitchFamily="18" charset="0"/>
                <a:sym typeface="Wingdings" panose="05000000000000000000" pitchFamily="2" charset="2"/>
              </a:rPr>
              <a:t>Antíoco: Atenas  Alejandría.</a:t>
            </a:r>
          </a:p>
          <a:p>
            <a:pPr>
              <a:lnSpc>
                <a:spcPct val="150000"/>
              </a:lnSpc>
            </a:pPr>
            <a:r>
              <a:rPr lang="es-ES" sz="4000" i="1" noProof="0" dirty="0">
                <a:latin typeface="Garamond" panose="02020404030301010803" pitchFamily="18" charset="0"/>
                <a:sym typeface="Wingdings" panose="05000000000000000000" pitchFamily="2" charset="2"/>
              </a:rPr>
              <a:t>‘Libros Romanos’ </a:t>
            </a:r>
            <a:r>
              <a:rPr lang="es-ES" sz="4000" noProof="0" dirty="0">
                <a:latin typeface="Garamond" panose="02020404030301010803" pitchFamily="18" charset="0"/>
                <a:sym typeface="Wingdings" panose="05000000000000000000" pitchFamily="2" charset="2"/>
              </a:rPr>
              <a:t>y </a:t>
            </a:r>
            <a:r>
              <a:rPr lang="es-ES" sz="4000" i="1" noProof="0" dirty="0">
                <a:latin typeface="Garamond" panose="02020404030301010803" pitchFamily="18" charset="0"/>
                <a:sym typeface="Wingdings" panose="05000000000000000000" pitchFamily="2" charset="2"/>
              </a:rPr>
              <a:t>Soso</a:t>
            </a:r>
            <a:r>
              <a:rPr lang="es-ES" sz="4000" noProof="0" dirty="0">
                <a:latin typeface="Garamond" panose="02020404030301010803" pitchFamily="18" charset="0"/>
                <a:sym typeface="Wingdings" panose="05000000000000000000" pitchFamily="2" charset="2"/>
              </a:rPr>
              <a:t>.</a:t>
            </a:r>
            <a:endParaRPr lang="es-ES" sz="4000" i="1" noProof="0" dirty="0">
              <a:latin typeface="Garamond" panose="02020404030301010803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s-ES" sz="4000" noProof="0" dirty="0">
                <a:latin typeface="Garamond" panose="02020404030301010803" pitchFamily="18" charset="0"/>
                <a:sym typeface="Wingdings" panose="05000000000000000000" pitchFamily="2" charset="2"/>
              </a:rPr>
              <a:t>Antíoco vuelve a Atenas, enseña en el </a:t>
            </a:r>
            <a:r>
              <a:rPr lang="es-ES" sz="4000" i="1" noProof="0" dirty="0" err="1">
                <a:latin typeface="Garamond" panose="02020404030301010803" pitchFamily="18" charset="0"/>
                <a:sym typeface="Wingdings" panose="05000000000000000000" pitchFamily="2" charset="2"/>
              </a:rPr>
              <a:t>Ptolemaium</a:t>
            </a:r>
            <a:r>
              <a:rPr lang="es-ES" sz="4000" i="1" noProof="0" dirty="0">
                <a:latin typeface="Garamond" panose="02020404030301010803" pitchFamily="18" charset="0"/>
                <a:sym typeface="Wingdings" panose="05000000000000000000" pitchFamily="2" charset="2"/>
              </a:rPr>
              <a:t>.</a:t>
            </a:r>
            <a:endParaRPr lang="es-ES" sz="4000" noProof="0" dirty="0">
              <a:latin typeface="Garamond" panose="02020404030301010803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s-ES" sz="4000" noProof="0" dirty="0">
                <a:latin typeface="Garamond" panose="02020404030301010803" pitchFamily="18" charset="0"/>
                <a:sym typeface="Wingdings" panose="05000000000000000000" pitchFamily="2" charset="2"/>
              </a:rPr>
              <a:t>Filión muere en Roma (83/84 a. C.)</a:t>
            </a:r>
          </a:p>
          <a:p>
            <a:pPr>
              <a:lnSpc>
                <a:spcPct val="150000"/>
              </a:lnSpc>
            </a:pPr>
            <a:r>
              <a:rPr lang="es-ES" sz="4000" noProof="0" dirty="0">
                <a:latin typeface="Garamond" panose="02020404030301010803" pitchFamily="18" charset="0"/>
                <a:sym typeface="Wingdings" panose="05000000000000000000" pitchFamily="2" charset="2"/>
              </a:rPr>
              <a:t>‘Academia Antigua’ dos generaciones más.</a:t>
            </a:r>
          </a:p>
          <a:p>
            <a:pPr>
              <a:lnSpc>
                <a:spcPct val="150000"/>
              </a:lnSpc>
            </a:pPr>
            <a:endParaRPr lang="es-ES" sz="4000" noProof="0" dirty="0">
              <a:latin typeface="Garamond" panose="02020404030301010803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33300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B1540-7D55-76A0-9F26-6C257DDD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5DA0BC-CE2F-7CA4-8672-37EF05598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176"/>
            <a:ext cx="10325519" cy="572478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4000" noProof="0" dirty="0">
                <a:latin typeface="Garamond" panose="02020404030301010803" pitchFamily="18" charset="0"/>
              </a:rPr>
              <a:t>La Academia según Antíoco: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s-ES" sz="4000" b="1" noProof="0" dirty="0">
                <a:latin typeface="Garamond" panose="02020404030301010803" pitchFamily="18" charset="0"/>
              </a:rPr>
              <a:t>Academia Antigua</a:t>
            </a:r>
            <a:r>
              <a:rPr lang="es-ES" sz="4000" noProof="0" dirty="0">
                <a:latin typeface="Garamond" panose="02020404030301010803" pitchFamily="18" charset="0"/>
              </a:rPr>
              <a:t>: (388-265 a. C.)  Platón, Espeusipo, </a:t>
            </a:r>
            <a:r>
              <a:rPr lang="es-ES" sz="4000" noProof="0" dirty="0" err="1">
                <a:latin typeface="Garamond" panose="02020404030301010803" pitchFamily="18" charset="0"/>
              </a:rPr>
              <a:t>Jenócrates</a:t>
            </a:r>
            <a:r>
              <a:rPr lang="es-ES" sz="4000" noProof="0" dirty="0">
                <a:latin typeface="Garamond" panose="02020404030301010803" pitchFamily="18" charset="0"/>
              </a:rPr>
              <a:t>, </a:t>
            </a:r>
            <a:r>
              <a:rPr lang="es-ES" sz="4000" noProof="0" dirty="0" err="1">
                <a:latin typeface="Garamond" panose="02020404030301010803" pitchFamily="18" charset="0"/>
              </a:rPr>
              <a:t>Polemón</a:t>
            </a:r>
            <a:r>
              <a:rPr lang="es-ES" sz="4000" noProof="0" dirty="0">
                <a:latin typeface="Garamond" panose="02020404030301010803" pitchFamily="18" charset="0"/>
              </a:rPr>
              <a:t>, </a:t>
            </a:r>
            <a:r>
              <a:rPr lang="es-ES" sz="4000" noProof="0" dirty="0" err="1">
                <a:latin typeface="Garamond" panose="02020404030301010803" pitchFamily="18" charset="0"/>
              </a:rPr>
              <a:t>Crates</a:t>
            </a:r>
            <a:r>
              <a:rPr lang="es-ES" sz="4000" noProof="0" dirty="0">
                <a:latin typeface="Garamond" panose="02020404030301010803" pitchFamily="18" charset="0"/>
              </a:rPr>
              <a:t>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s-ES" sz="4000" b="1" noProof="0" dirty="0">
                <a:latin typeface="Garamond" panose="02020404030301010803" pitchFamily="18" charset="0"/>
              </a:rPr>
              <a:t>Academia Nueva</a:t>
            </a:r>
            <a:r>
              <a:rPr lang="es-ES" sz="4000" noProof="0" dirty="0">
                <a:latin typeface="Garamond" panose="02020404030301010803" pitchFamily="18" charset="0"/>
              </a:rPr>
              <a:t>: (265-83/84 a. C.) Arcesilao-…-Carnéades-Clitómaco-Filión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s-ES" sz="4000" b="1" noProof="0" dirty="0">
                <a:latin typeface="Garamond" panose="02020404030301010803" pitchFamily="18" charset="0"/>
              </a:rPr>
              <a:t>Academia Antigua</a:t>
            </a:r>
            <a:r>
              <a:rPr lang="es-ES" sz="4000" noProof="0" dirty="0">
                <a:latin typeface="Garamond" panose="02020404030301010803" pitchFamily="18" charset="0"/>
              </a:rPr>
              <a:t>… otra vez: Antíoco</a:t>
            </a:r>
          </a:p>
        </p:txBody>
      </p:sp>
    </p:spTree>
    <p:extLst>
      <p:ext uri="{BB962C8B-B14F-4D97-AF65-F5344CB8AC3E}">
        <p14:creationId xmlns:p14="http://schemas.microsoft.com/office/powerpoint/2010/main" val="2979043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ACAA7E0-549D-B594-AD10-20325B9C7F30}"/>
              </a:ext>
            </a:extLst>
          </p:cNvPr>
          <p:cNvSpPr txBox="1"/>
          <p:nvPr/>
        </p:nvSpPr>
        <p:spPr>
          <a:xfrm>
            <a:off x="296099" y="2413337"/>
            <a:ext cx="11457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noProof="0" dirty="0">
                <a:latin typeface="Garamond" panose="02020404030301010803" pitchFamily="18" charset="0"/>
              </a:rPr>
              <a:t>¿Fue Antíoco el primer ‘</a:t>
            </a:r>
            <a:r>
              <a:rPr lang="es-ES" sz="6000" noProof="0" dirty="0" err="1">
                <a:latin typeface="Garamond" panose="02020404030301010803" pitchFamily="18" charset="0"/>
              </a:rPr>
              <a:t>platonista</a:t>
            </a:r>
            <a:r>
              <a:rPr lang="es-ES" sz="6000" noProof="0" dirty="0">
                <a:latin typeface="Garamond" panose="02020404030301010803" pitchFamily="18" charset="0"/>
              </a:rPr>
              <a:t>’?</a:t>
            </a:r>
          </a:p>
        </p:txBody>
      </p:sp>
    </p:spTree>
    <p:extLst>
      <p:ext uri="{BB962C8B-B14F-4D97-AF65-F5344CB8AC3E}">
        <p14:creationId xmlns:p14="http://schemas.microsoft.com/office/powerpoint/2010/main" val="3866428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A4079-B2F4-5BA9-75D4-63AB6C20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FAFC6E-064E-2D28-A395-D10EB1842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399" y="2264252"/>
            <a:ext cx="12745721" cy="5071268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s-ES" sz="3600" noProof="0" dirty="0">
                <a:latin typeface="Garamond" panose="02020404030301010803" pitchFamily="18" charset="0"/>
              </a:rPr>
              <a:t>Antíoco se denominaba ‘</a:t>
            </a:r>
            <a:r>
              <a:rPr lang="es-ES" sz="3600" b="1" noProof="0" dirty="0">
                <a:latin typeface="Garamond" panose="02020404030301010803" pitchFamily="18" charset="0"/>
              </a:rPr>
              <a:t>académico</a:t>
            </a:r>
            <a:r>
              <a:rPr lang="es-ES" sz="3600" noProof="0" dirty="0">
                <a:latin typeface="Garamond" panose="02020404030301010803" pitchFamily="18" charset="0"/>
              </a:rPr>
              <a:t>.’</a:t>
            </a:r>
          </a:p>
          <a:p>
            <a:pPr>
              <a:lnSpc>
                <a:spcPct val="160000"/>
              </a:lnSpc>
            </a:pPr>
            <a:r>
              <a:rPr lang="es-ES" sz="3600" b="1" noProof="0" dirty="0">
                <a:latin typeface="Garamond" panose="02020404030301010803" pitchFamily="18" charset="0"/>
              </a:rPr>
              <a:t>No rechazaba </a:t>
            </a:r>
            <a:r>
              <a:rPr lang="es-ES" sz="3600" noProof="0" dirty="0">
                <a:latin typeface="Garamond" panose="02020404030301010803" pitchFamily="18" charset="0"/>
              </a:rPr>
              <a:t>la etapa ‘Nueva’ de la Academia.</a:t>
            </a:r>
          </a:p>
          <a:p>
            <a:pPr>
              <a:lnSpc>
                <a:spcPct val="160000"/>
              </a:lnSpc>
            </a:pPr>
            <a:r>
              <a:rPr lang="es-ES" sz="3600" b="1" noProof="0" dirty="0">
                <a:latin typeface="Garamond" panose="02020404030301010803" pitchFamily="18" charset="0"/>
              </a:rPr>
              <a:t>Historia progresista </a:t>
            </a:r>
            <a:r>
              <a:rPr lang="es-ES" sz="3600" noProof="0" dirty="0">
                <a:latin typeface="Garamond" panose="02020404030301010803" pitchFamily="18" charset="0"/>
              </a:rPr>
              <a:t>de la Filosofía.</a:t>
            </a:r>
          </a:p>
          <a:p>
            <a:pPr>
              <a:lnSpc>
                <a:spcPct val="160000"/>
              </a:lnSpc>
            </a:pPr>
            <a:r>
              <a:rPr lang="es-ES" sz="3600" noProof="0" dirty="0">
                <a:latin typeface="Garamond" panose="02020404030301010803" pitchFamily="18" charset="0"/>
              </a:rPr>
              <a:t>Rechazo a la autoridad personal.</a:t>
            </a:r>
          </a:p>
          <a:p>
            <a:pPr>
              <a:lnSpc>
                <a:spcPct val="150000"/>
              </a:lnSpc>
            </a:pPr>
            <a:endParaRPr lang="es-ES" sz="4000" noProof="0" dirty="0">
              <a:latin typeface="Garamond" panose="02020404030301010803" pitchFamily="18" charset="0"/>
            </a:endParaRPr>
          </a:p>
          <a:p>
            <a:endParaRPr lang="es-ES" sz="3600" noProof="0" dirty="0">
              <a:latin typeface="Garamond" panose="02020404030301010803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7919268-8317-1EB7-5D4E-3F3441350EEE}"/>
              </a:ext>
            </a:extLst>
          </p:cNvPr>
          <p:cNvSpPr txBox="1"/>
          <p:nvPr/>
        </p:nvSpPr>
        <p:spPr>
          <a:xfrm>
            <a:off x="1041399" y="559870"/>
            <a:ext cx="101092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noProof="0" dirty="0">
                <a:latin typeface="Garamond" panose="02020404030301010803" pitchFamily="18" charset="0"/>
              </a:rPr>
              <a:t>‘Tu Arcesilao, aunque era demasiado argumentativo, era sin embargo de los nuestros. Porque era del linaje de </a:t>
            </a:r>
            <a:r>
              <a:rPr lang="es-ES" sz="3200" noProof="0" dirty="0" err="1">
                <a:latin typeface="Garamond" panose="02020404030301010803" pitchFamily="18" charset="0"/>
              </a:rPr>
              <a:t>Polemón</a:t>
            </a:r>
            <a:r>
              <a:rPr lang="es-ES" sz="3200" noProof="0" dirty="0">
                <a:latin typeface="Garamond" panose="02020404030301010803" pitchFamily="18" charset="0"/>
              </a:rPr>
              <a:t>’</a:t>
            </a:r>
            <a:r>
              <a:rPr lang="es-ES" sz="2400" noProof="0" dirty="0">
                <a:latin typeface="Garamond" panose="02020404030301010803" pitchFamily="18" charset="0"/>
              </a:rPr>
              <a:t> (Cicero, Fin. 5, 94) .</a:t>
            </a:r>
            <a:endParaRPr lang="es-ES" sz="2400" i="1" noProof="0" dirty="0">
              <a:latin typeface="Garamond" panose="02020404030301010803" pitchFamily="18" charset="0"/>
            </a:endParaRPr>
          </a:p>
          <a:p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50035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1EAC4-45C4-D0B6-C5D4-A956798DA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89F012-269E-092D-EE70-2E7A95104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176"/>
            <a:ext cx="11019817" cy="572478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s-ES" sz="3600" b="1" noProof="0" dirty="0">
                <a:latin typeface="Garamond" panose="02020404030301010803" pitchFamily="18" charset="0"/>
              </a:rPr>
              <a:t>Epistemología</a:t>
            </a:r>
            <a:r>
              <a:rPr lang="es-ES" sz="3600" noProof="0" dirty="0">
                <a:latin typeface="Garamond" panose="02020404030301010803" pitchFamily="18" charset="0"/>
              </a:rPr>
              <a:t>: Estoica</a:t>
            </a:r>
          </a:p>
          <a:p>
            <a:pPr>
              <a:lnSpc>
                <a:spcPct val="150000"/>
              </a:lnSpc>
            </a:pPr>
            <a:r>
              <a:rPr lang="es-ES" sz="3600" b="1" noProof="0" dirty="0">
                <a:latin typeface="Garamond" panose="02020404030301010803" pitchFamily="18" charset="0"/>
              </a:rPr>
              <a:t>Ética</a:t>
            </a:r>
            <a:r>
              <a:rPr lang="es-ES" sz="3600" noProof="0" dirty="0">
                <a:latin typeface="Garamond" panose="02020404030301010803" pitchFamily="18" charset="0"/>
              </a:rPr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3200" noProof="0" dirty="0">
                <a:latin typeface="Garamond" panose="02020404030301010803" pitchFamily="18" charset="0"/>
              </a:rPr>
              <a:t>Estoicos: hay </a:t>
            </a:r>
            <a:r>
              <a:rPr lang="es-ES" sz="3200" b="1" noProof="0" dirty="0">
                <a:latin typeface="Garamond" panose="02020404030301010803" pitchFamily="18" charset="0"/>
              </a:rPr>
              <a:t>indiferentes preferibles</a:t>
            </a:r>
            <a:r>
              <a:rPr lang="es-ES" sz="3200" noProof="0" dirty="0">
                <a:latin typeface="Garamond" panose="02020404030301010803" pitchFamily="18" charset="0"/>
              </a:rPr>
              <a:t>, la </a:t>
            </a:r>
            <a:r>
              <a:rPr lang="es-ES" sz="3200" b="1" noProof="0" dirty="0">
                <a:latin typeface="Garamond" panose="02020404030301010803" pitchFamily="18" charset="0"/>
              </a:rPr>
              <a:t>virtud</a:t>
            </a:r>
            <a:r>
              <a:rPr lang="es-ES" sz="3200" noProof="0" dirty="0">
                <a:latin typeface="Garamond" panose="02020404030301010803" pitchFamily="18" charset="0"/>
              </a:rPr>
              <a:t> es el </a:t>
            </a:r>
            <a:r>
              <a:rPr lang="es-ES" sz="3200" b="1" noProof="0" dirty="0">
                <a:latin typeface="Garamond" panose="02020404030301010803" pitchFamily="18" charset="0"/>
              </a:rPr>
              <a:t>único bien </a:t>
            </a:r>
            <a:r>
              <a:rPr lang="es-ES" sz="3200" noProof="0" dirty="0">
                <a:latin typeface="Garamond" panose="02020404030301010803" pitchFamily="18" charset="0"/>
              </a:rPr>
              <a:t>y suficiente para la </a:t>
            </a:r>
            <a:r>
              <a:rPr lang="es-ES" sz="3200" b="1" noProof="0" dirty="0">
                <a:latin typeface="Garamond" panose="02020404030301010803" pitchFamily="18" charset="0"/>
              </a:rPr>
              <a:t>vida feliz</a:t>
            </a:r>
            <a:r>
              <a:rPr lang="es-ES" sz="3200" noProof="0" dirty="0">
                <a:latin typeface="Garamond" panose="02020404030301010803" pitchFamily="18" charset="0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3200" noProof="0" dirty="0">
                <a:latin typeface="Garamond" panose="02020404030301010803" pitchFamily="18" charset="0"/>
              </a:rPr>
              <a:t>Antíoco: hay </a:t>
            </a:r>
            <a:r>
              <a:rPr lang="es-ES" sz="3200" b="1" noProof="0" dirty="0">
                <a:latin typeface="Garamond" panose="02020404030301010803" pitchFamily="18" charset="0"/>
              </a:rPr>
              <a:t>múltiples bienes </a:t>
            </a:r>
            <a:r>
              <a:rPr lang="es-ES" sz="3200" noProof="0" dirty="0">
                <a:latin typeface="Garamond" panose="02020404030301010803" pitchFamily="18" charset="0"/>
              </a:rPr>
              <a:t>(incluyendo indiferentes preferibles), la </a:t>
            </a:r>
            <a:r>
              <a:rPr lang="es-ES" sz="3200" b="1" noProof="0" dirty="0">
                <a:latin typeface="Garamond" panose="02020404030301010803" pitchFamily="18" charset="0"/>
              </a:rPr>
              <a:t>virtud </a:t>
            </a:r>
            <a:r>
              <a:rPr lang="es-ES" sz="3200" noProof="0" dirty="0">
                <a:latin typeface="Garamond" panose="02020404030301010803" pitchFamily="18" charset="0"/>
              </a:rPr>
              <a:t>es el supremo bien, suficiente para </a:t>
            </a:r>
            <a:r>
              <a:rPr lang="es-ES" sz="3200" b="1" noProof="0" dirty="0">
                <a:latin typeface="Garamond" panose="02020404030301010803" pitchFamily="18" charset="0"/>
              </a:rPr>
              <a:t>vida feliz</a:t>
            </a:r>
            <a:r>
              <a:rPr lang="es-ES" sz="3200" noProof="0" dirty="0">
                <a:latin typeface="Garamond" panose="02020404030301010803" pitchFamily="18" charset="0"/>
              </a:rPr>
              <a:t>, </a:t>
            </a:r>
            <a:r>
              <a:rPr lang="es-ES" sz="3200" b="1" noProof="0" dirty="0">
                <a:latin typeface="Garamond" panose="02020404030301010803" pitchFamily="18" charset="0"/>
              </a:rPr>
              <a:t>no</a:t>
            </a:r>
            <a:r>
              <a:rPr lang="es-ES" sz="3200" noProof="0" dirty="0">
                <a:latin typeface="Garamond" panose="02020404030301010803" pitchFamily="18" charset="0"/>
              </a:rPr>
              <a:t> para </a:t>
            </a:r>
            <a:r>
              <a:rPr lang="es-ES" sz="3200" b="1" i="1" noProof="0" dirty="0">
                <a:latin typeface="Garamond" panose="02020404030301010803" pitchFamily="18" charset="0"/>
              </a:rPr>
              <a:t>felicísima.</a:t>
            </a:r>
            <a:endParaRPr lang="es-ES" sz="3600" noProof="0" dirty="0">
              <a:latin typeface="Garamond" panose="02020404030301010803" pitchFamily="18" charset="0"/>
            </a:endParaRP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</a:rPr>
              <a:t> Para Antíoco: Ética primera filosofía.</a:t>
            </a: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</a:rPr>
              <a:t>‘Asemejarse a dios tanto como sea posible.’</a:t>
            </a:r>
          </a:p>
          <a:p>
            <a:pPr lvl="1"/>
            <a:endParaRPr lang="es-ES" sz="3200" noProof="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821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227D7-93E7-111B-A58B-8CA006813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FC6482-C573-0533-7F99-7A7ABA52B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176"/>
            <a:ext cx="11019817" cy="57247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</a:rPr>
              <a:t>Nueva edición de </a:t>
            </a:r>
            <a:r>
              <a:rPr lang="es-ES" sz="3600" b="1" noProof="0" dirty="0">
                <a:latin typeface="Garamond" panose="02020404030301010803" pitchFamily="18" charset="0"/>
              </a:rPr>
              <a:t>Aristóteles</a:t>
            </a:r>
            <a:r>
              <a:rPr lang="es-ES" sz="3600" noProof="0" dirty="0">
                <a:latin typeface="Garamond" panose="02020404030301010803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</a:rPr>
              <a:t>Nueva edición de </a:t>
            </a:r>
            <a:r>
              <a:rPr lang="es-ES" sz="3600" b="1" noProof="0" dirty="0">
                <a:latin typeface="Garamond" panose="02020404030301010803" pitchFamily="18" charset="0"/>
              </a:rPr>
              <a:t>Platón</a:t>
            </a:r>
            <a:r>
              <a:rPr lang="es-ES" sz="3600" noProof="0" dirty="0">
                <a:latin typeface="Garamond" panose="02020404030301010803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</a:rPr>
              <a:t>Alumnos de Antíoco</a:t>
            </a: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 ‘</a:t>
            </a:r>
            <a:r>
              <a:rPr lang="es-ES" sz="3600" b="1" noProof="0" dirty="0">
                <a:latin typeface="Garamond" panose="02020404030301010803" pitchFamily="18" charset="0"/>
                <a:sym typeface="Wingdings" panose="05000000000000000000" pitchFamily="2" charset="2"/>
              </a:rPr>
              <a:t>peripatéticos</a:t>
            </a: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.’</a:t>
            </a:r>
          </a:p>
          <a:p>
            <a:endParaRPr lang="es-ES" sz="3600" noProof="0" dirty="0">
              <a:latin typeface="Garamond" panose="02020404030301010803" pitchFamily="18" charset="0"/>
            </a:endParaRPr>
          </a:p>
          <a:p>
            <a:pPr lvl="1"/>
            <a:endParaRPr lang="es-ES" sz="3200" noProof="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585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A1B74-453F-EDF9-36BB-5C590833A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CF1E16-564E-C72A-5AB2-95102A057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176"/>
            <a:ext cx="11019817" cy="57247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3600" b="1" noProof="0" dirty="0">
                <a:latin typeface="Garamond" panose="02020404030301010803" pitchFamily="18" charset="0"/>
              </a:rPr>
              <a:t>Eudoro de Alejandría </a:t>
            </a:r>
            <a:r>
              <a:rPr lang="es-ES" sz="3600" noProof="0" dirty="0">
                <a:latin typeface="Garamond" panose="02020404030301010803" pitchFamily="18" charset="0"/>
              </a:rPr>
              <a:t>(I a. C.)</a:t>
            </a: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</a:rPr>
              <a:t>Estudia la nueva edición de los </a:t>
            </a:r>
            <a:r>
              <a:rPr lang="es-ES" sz="3600" b="1" noProof="0" dirty="0">
                <a:latin typeface="Garamond" panose="02020404030301010803" pitchFamily="18" charset="0"/>
              </a:rPr>
              <a:t>tratados de Aristóteles</a:t>
            </a:r>
            <a:r>
              <a:rPr lang="es-ES" sz="3600" noProof="0" dirty="0">
                <a:latin typeface="Garamond" panose="02020404030301010803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</a:rPr>
              <a:t>Interesado en </a:t>
            </a:r>
            <a:r>
              <a:rPr lang="es-ES" sz="3600" b="1" noProof="0" dirty="0">
                <a:latin typeface="Garamond" panose="02020404030301010803" pitchFamily="18" charset="0"/>
              </a:rPr>
              <a:t>Pitagorismo</a:t>
            </a:r>
            <a:r>
              <a:rPr lang="es-ES" sz="3600" noProof="0" dirty="0">
                <a:latin typeface="Garamond" panose="02020404030301010803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</a:rPr>
              <a:t>Debate Uno/mónada/díada.</a:t>
            </a: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</a:rPr>
              <a:t>Denominado como </a:t>
            </a:r>
            <a:r>
              <a:rPr lang="es-ES" sz="3600" b="1" noProof="0" dirty="0">
                <a:latin typeface="Garamond" panose="02020404030301010803" pitchFamily="18" charset="0"/>
              </a:rPr>
              <a:t>‘Académico.’</a:t>
            </a: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</a:rPr>
              <a:t>‘Asemejarse a dios tanto como sea posible.’</a:t>
            </a:r>
          </a:p>
          <a:p>
            <a:pPr marL="0" indent="0">
              <a:lnSpc>
                <a:spcPct val="150000"/>
              </a:lnSpc>
              <a:buNone/>
            </a:pPr>
            <a:endParaRPr lang="es-ES" sz="3600" b="1" noProof="0" dirty="0">
              <a:latin typeface="Garamond" panose="02020404030301010803" pitchFamily="18" charset="0"/>
            </a:endParaRPr>
          </a:p>
          <a:p>
            <a:pPr lvl="1"/>
            <a:endParaRPr lang="es-ES" sz="3200" noProof="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443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0075898-DAA6-3368-AAFB-51DF4A1C2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985" y="0"/>
            <a:ext cx="48120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12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88FCE-61B9-3CB8-837D-D4279E7F1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52F4DA-E5BF-C3B9-6EDB-8302F3231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176"/>
            <a:ext cx="11019817" cy="57247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5400" noProof="0" dirty="0">
                <a:latin typeface="Garamond" panose="02020404030301010803" pitchFamily="18" charset="0"/>
              </a:rPr>
              <a:t>45-120 d. C.</a:t>
            </a:r>
          </a:p>
          <a:p>
            <a:pPr>
              <a:lnSpc>
                <a:spcPct val="150000"/>
              </a:lnSpc>
            </a:pPr>
            <a:r>
              <a:rPr lang="es-ES" sz="5400" noProof="0" dirty="0">
                <a:latin typeface="Garamond" panose="02020404030301010803" pitchFamily="18" charset="0"/>
              </a:rPr>
              <a:t>Formación en Atenas.</a:t>
            </a:r>
          </a:p>
          <a:p>
            <a:pPr>
              <a:lnSpc>
                <a:spcPct val="150000"/>
              </a:lnSpc>
            </a:pPr>
            <a:r>
              <a:rPr lang="es-ES" sz="5400" noProof="0" dirty="0">
                <a:latin typeface="Garamond" panose="02020404030301010803" pitchFamily="18" charset="0"/>
              </a:rPr>
              <a:t>Maestro Amonio: dos principios.</a:t>
            </a:r>
          </a:p>
          <a:p>
            <a:pPr>
              <a:lnSpc>
                <a:spcPct val="150000"/>
              </a:lnSpc>
            </a:pPr>
            <a:r>
              <a:rPr lang="es-ES" sz="5400" noProof="0" dirty="0">
                <a:latin typeface="Garamond" panose="02020404030301010803" pitchFamily="18" charset="0"/>
              </a:rPr>
              <a:t>Conoce obra de Eudoro.</a:t>
            </a:r>
          </a:p>
          <a:p>
            <a:pPr>
              <a:lnSpc>
                <a:spcPct val="150000"/>
              </a:lnSpc>
            </a:pPr>
            <a:endParaRPr lang="es-ES" sz="5400" noProof="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944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5BF8A-96B2-8628-E6AC-8121FF218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48B606-A367-7AF0-25A7-169CDA32B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452176"/>
            <a:ext cx="10642600" cy="57247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3900" noProof="0" dirty="0">
                <a:latin typeface="Garamond" panose="02020404030301010803" pitchFamily="18" charset="0"/>
              </a:rPr>
              <a:t>Plutarco </a:t>
            </a:r>
            <a:r>
              <a:rPr lang="es-ES" sz="3900" b="1" noProof="0" dirty="0">
                <a:latin typeface="Garamond" panose="02020404030301010803" pitchFamily="18" charset="0"/>
              </a:rPr>
              <a:t>no</a:t>
            </a:r>
            <a:r>
              <a:rPr lang="es-ES" sz="3900" noProof="0" dirty="0">
                <a:latin typeface="Garamond" panose="02020404030301010803" pitchFamily="18" charset="0"/>
              </a:rPr>
              <a:t> se llama a sí mismo ‘académico.’</a:t>
            </a:r>
          </a:p>
          <a:p>
            <a:pPr>
              <a:lnSpc>
                <a:spcPct val="150000"/>
              </a:lnSpc>
            </a:pPr>
            <a:r>
              <a:rPr lang="es-ES" sz="3900" noProof="0" dirty="0">
                <a:latin typeface="Garamond" panose="02020404030301010803" pitchFamily="18" charset="0"/>
              </a:rPr>
              <a:t>Plutarco </a:t>
            </a:r>
            <a:r>
              <a:rPr lang="es-ES" sz="3900" b="1" noProof="0" dirty="0">
                <a:latin typeface="Garamond" panose="02020404030301010803" pitchFamily="18" charset="0"/>
              </a:rPr>
              <a:t>sí</a:t>
            </a:r>
            <a:r>
              <a:rPr lang="es-ES" sz="3900" noProof="0" dirty="0">
                <a:latin typeface="Garamond" panose="02020404030301010803" pitchFamily="18" charset="0"/>
              </a:rPr>
              <a:t> defiende a los académicos.</a:t>
            </a:r>
          </a:p>
          <a:p>
            <a:pPr>
              <a:lnSpc>
                <a:spcPct val="150000"/>
              </a:lnSpc>
            </a:pPr>
            <a:r>
              <a:rPr lang="es-ES" sz="3900" noProof="0" dirty="0">
                <a:latin typeface="Garamond" panose="02020404030301010803" pitchFamily="18" charset="0"/>
              </a:rPr>
              <a:t>Plutarco </a:t>
            </a:r>
            <a:r>
              <a:rPr lang="es-ES" sz="3900" b="1" noProof="0" dirty="0">
                <a:latin typeface="Garamond" panose="02020404030301010803" pitchFamily="18" charset="0"/>
              </a:rPr>
              <a:t>no</a:t>
            </a:r>
            <a:r>
              <a:rPr lang="es-ES" sz="3900" noProof="0" dirty="0">
                <a:latin typeface="Garamond" panose="02020404030301010803" pitchFamily="18" charset="0"/>
              </a:rPr>
              <a:t> emplea </a:t>
            </a:r>
            <a:r>
              <a:rPr lang="es-ES" sz="3900" i="1" noProof="0" dirty="0" err="1">
                <a:latin typeface="Garamond" panose="02020404030301010803" pitchFamily="18" charset="0"/>
              </a:rPr>
              <a:t>platonikós</a:t>
            </a:r>
            <a:r>
              <a:rPr lang="es-ES" sz="3900" i="1" noProof="0" dirty="0">
                <a:latin typeface="Garamond" panose="02020404030301010803" pitchFamily="18" charset="0"/>
              </a:rPr>
              <a:t> </a:t>
            </a:r>
            <a:r>
              <a:rPr lang="es-ES" sz="3900" noProof="0" dirty="0">
                <a:latin typeface="Garamond" panose="02020404030301010803" pitchFamily="18" charset="0"/>
              </a:rPr>
              <a:t>para referirse a miembros de una escuela. </a:t>
            </a:r>
          </a:p>
          <a:p>
            <a:pPr>
              <a:lnSpc>
                <a:spcPct val="150000"/>
              </a:lnSpc>
            </a:pPr>
            <a:r>
              <a:rPr lang="es-ES" sz="3900" noProof="0" dirty="0">
                <a:latin typeface="Garamond" panose="02020404030301010803" pitchFamily="18" charset="0"/>
              </a:rPr>
              <a:t>Escribe </a:t>
            </a:r>
            <a:r>
              <a:rPr lang="es-ES" sz="3900" i="1" noProof="0" dirty="0">
                <a:latin typeface="Garamond" panose="02020404030301010803" pitchFamily="18" charset="0"/>
              </a:rPr>
              <a:t>Cuestiones platónicas </a:t>
            </a:r>
            <a:r>
              <a:rPr lang="es-ES" sz="3900" noProof="0" dirty="0">
                <a:latin typeface="Garamond" panose="02020404030301010803" pitchFamily="18" charset="0"/>
              </a:rPr>
              <a:t>(</a:t>
            </a:r>
            <a:r>
              <a:rPr lang="es-ES" sz="3900" noProof="0" dirty="0" err="1">
                <a:latin typeface="Garamond" panose="02020404030301010803" pitchFamily="18" charset="0"/>
              </a:rPr>
              <a:t>Πλ</a:t>
            </a:r>
            <a:r>
              <a:rPr lang="es-ES" sz="3900" noProof="0" dirty="0">
                <a:latin typeface="Garamond" panose="02020404030301010803" pitchFamily="18" charset="0"/>
              </a:rPr>
              <a:t>ατωνικὰ ζητήματα).</a:t>
            </a:r>
          </a:p>
          <a:p>
            <a:pPr>
              <a:lnSpc>
                <a:spcPct val="150000"/>
              </a:lnSpc>
            </a:pPr>
            <a:endParaRPr lang="es-ES" sz="5400" noProof="0" dirty="0">
              <a:latin typeface="Garamond" panose="02020404030301010803" pitchFamily="18" charset="0"/>
            </a:endParaRPr>
          </a:p>
          <a:p>
            <a:pPr>
              <a:lnSpc>
                <a:spcPct val="150000"/>
              </a:lnSpc>
            </a:pPr>
            <a:endParaRPr lang="es-ES" sz="5400" noProof="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753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20F0-6EF6-3F06-880C-6055CB7C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C09E7D-5ED8-05C1-A077-B2DB511BA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176"/>
            <a:ext cx="11140439" cy="572478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s-ES" sz="4000" noProof="0" dirty="0">
                <a:latin typeface="Garamond" panose="02020404030301010803" pitchFamily="18" charset="0"/>
              </a:rPr>
              <a:t>Antíoco: acepta ‘materialismo’ </a:t>
            </a:r>
            <a:r>
              <a:rPr lang="es-ES" sz="4000" noProof="0" dirty="0">
                <a:latin typeface="Garamond" panose="02020404030301010803" pitchFamily="18" charset="0"/>
                <a:sym typeface="Wingdings" panose="05000000000000000000" pitchFamily="2" charset="2"/>
              </a:rPr>
              <a:t> rechaza argumentos académicos.</a:t>
            </a:r>
            <a:endParaRPr lang="es-ES" sz="4000" noProof="0" dirty="0">
              <a:latin typeface="Garamond" panose="02020404030301010803" pitchFamily="18" charset="0"/>
            </a:endParaRPr>
          </a:p>
          <a:p>
            <a:pPr>
              <a:lnSpc>
                <a:spcPct val="160000"/>
              </a:lnSpc>
            </a:pPr>
            <a:r>
              <a:rPr lang="es-ES" sz="4000" noProof="0" dirty="0">
                <a:latin typeface="Garamond" panose="02020404030301010803" pitchFamily="18" charset="0"/>
              </a:rPr>
              <a:t>Plutarco: argumentos académicos </a:t>
            </a:r>
            <a:r>
              <a:rPr lang="es-ES" sz="4000" noProof="0" dirty="0">
                <a:latin typeface="Garamond" panose="02020404030301010803" pitchFamily="18" charset="0"/>
                <a:sym typeface="Wingdings" panose="05000000000000000000" pitchFamily="2" charset="2"/>
              </a:rPr>
              <a:t>rechazo ‘materialismo’ inteligibilidad transcendente.</a:t>
            </a:r>
          </a:p>
          <a:p>
            <a:pPr>
              <a:lnSpc>
                <a:spcPct val="160000"/>
              </a:lnSpc>
            </a:pPr>
            <a:r>
              <a:rPr lang="es-ES" sz="4000" b="1" noProof="0" dirty="0">
                <a:latin typeface="Garamond" panose="02020404030301010803" pitchFamily="18" charset="0"/>
                <a:sym typeface="Wingdings" panose="05000000000000000000" pitchFamily="2" charset="2"/>
              </a:rPr>
              <a:t>Realidad sensible</a:t>
            </a:r>
            <a:r>
              <a:rPr lang="es-ES" sz="4000" noProof="0" dirty="0">
                <a:latin typeface="Garamond" panose="02020404030301010803" pitchFamily="18" charset="0"/>
                <a:sym typeface="Wingdings" panose="05000000000000000000" pitchFamily="2" charset="2"/>
              </a:rPr>
              <a:t>: suspensión.</a:t>
            </a:r>
          </a:p>
          <a:p>
            <a:pPr>
              <a:lnSpc>
                <a:spcPct val="160000"/>
              </a:lnSpc>
            </a:pPr>
            <a:r>
              <a:rPr lang="es-ES" sz="4000" b="1" noProof="0" dirty="0">
                <a:latin typeface="Garamond" panose="02020404030301010803" pitchFamily="18" charset="0"/>
                <a:sym typeface="Wingdings" panose="05000000000000000000" pitchFamily="2" charset="2"/>
              </a:rPr>
              <a:t>Realidad inteligible</a:t>
            </a:r>
            <a:r>
              <a:rPr lang="es-ES" sz="4000" noProof="0" dirty="0">
                <a:latin typeface="Garamond" panose="02020404030301010803" pitchFamily="18" charset="0"/>
                <a:sym typeface="Wingdings" panose="05000000000000000000" pitchFamily="2" charset="2"/>
              </a:rPr>
              <a:t>: conocimiento.</a:t>
            </a:r>
            <a:endParaRPr lang="es-ES" sz="4000" noProof="0" dirty="0">
              <a:latin typeface="Garamond" panose="02020404030301010803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s-ES" sz="4000" noProof="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7556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9356291-3AF2-1F9C-A44B-75F0A53CD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534" y="0"/>
            <a:ext cx="7783505" cy="705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21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06763-20D1-DFD6-F653-981663583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B8D1D6-7D36-E1A9-31C2-07329C30D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176"/>
            <a:ext cx="11019817" cy="57247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4800" noProof="0" dirty="0">
                <a:latin typeface="Garamond" panose="02020404030301010803" pitchFamily="18" charset="0"/>
              </a:rPr>
              <a:t>Papirología: mitad II d. C.</a:t>
            </a:r>
          </a:p>
          <a:p>
            <a:pPr>
              <a:lnSpc>
                <a:spcPct val="150000"/>
              </a:lnSpc>
            </a:pPr>
            <a:r>
              <a:rPr lang="es-ES" sz="4800" noProof="0" dirty="0">
                <a:latin typeface="Garamond" panose="02020404030301010803" pitchFamily="18" charset="0"/>
              </a:rPr>
              <a:t>Tarrant y </a:t>
            </a:r>
            <a:r>
              <a:rPr lang="es-ES" sz="4800" noProof="0" dirty="0" err="1">
                <a:latin typeface="Garamond" panose="02020404030301010803" pitchFamily="18" charset="0"/>
              </a:rPr>
              <a:t>Sedley</a:t>
            </a:r>
            <a:r>
              <a:rPr lang="es-ES" sz="4800" noProof="0" dirty="0">
                <a:latin typeface="Garamond" panose="02020404030301010803" pitchFamily="18" charset="0"/>
              </a:rPr>
              <a:t>: I a. C./d. C.</a:t>
            </a:r>
          </a:p>
          <a:p>
            <a:pPr>
              <a:lnSpc>
                <a:spcPct val="150000"/>
              </a:lnSpc>
            </a:pPr>
            <a:r>
              <a:rPr lang="es-ES" sz="4800" noProof="0" dirty="0">
                <a:latin typeface="Garamond" panose="02020404030301010803" pitchFamily="18" charset="0"/>
              </a:rPr>
              <a:t>Autor simpatiza con los Académicos.</a:t>
            </a:r>
          </a:p>
          <a:p>
            <a:pPr>
              <a:lnSpc>
                <a:spcPct val="150000"/>
              </a:lnSpc>
            </a:pPr>
            <a:endParaRPr lang="es-ES" sz="3600" noProof="0" dirty="0">
              <a:latin typeface="Garamond" panose="02020404030301010803" pitchFamily="18" charset="0"/>
            </a:endParaRPr>
          </a:p>
          <a:p>
            <a:pPr>
              <a:lnSpc>
                <a:spcPct val="150000"/>
              </a:lnSpc>
            </a:pPr>
            <a:endParaRPr lang="es-ES" sz="3600" noProof="0" dirty="0">
              <a:latin typeface="Garamond" panose="02020404030301010803" pitchFamily="18" charset="0"/>
            </a:endParaRPr>
          </a:p>
          <a:p>
            <a:pPr>
              <a:lnSpc>
                <a:spcPct val="150000"/>
              </a:lnSpc>
            </a:pPr>
            <a:endParaRPr lang="es-ES" sz="3600" noProof="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066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EF5F5-97AB-955B-A611-9E6B62E34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8A3044-82C9-B78F-0742-76465DE7F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79456"/>
            <a:ext cx="10236200" cy="572478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3600" noProof="0" dirty="0">
                <a:latin typeface="Garamond" panose="02020404030301010803" pitchFamily="18" charset="0"/>
              </a:rPr>
              <a:t>Pero: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3600" noProof="0" dirty="0">
                <a:latin typeface="Garamond" panose="02020404030301010803" pitchFamily="18" charset="0"/>
              </a:rPr>
              <a:t>‘A partir de tales expresiones </a:t>
            </a:r>
            <a:r>
              <a:rPr lang="es-ES" sz="3600" b="1" noProof="0" dirty="0">
                <a:latin typeface="Garamond" panose="02020404030301010803" pitchFamily="18" charset="0"/>
              </a:rPr>
              <a:t>algunos piensan </a:t>
            </a:r>
            <a:r>
              <a:rPr lang="es-ES" sz="3600" noProof="0" dirty="0">
                <a:latin typeface="Garamond" panose="02020404030301010803" pitchFamily="18" charset="0"/>
              </a:rPr>
              <a:t>que </a:t>
            </a:r>
            <a:r>
              <a:rPr lang="es-ES" sz="3600" b="1" noProof="0" dirty="0">
                <a:latin typeface="Garamond" panose="02020404030301010803" pitchFamily="18" charset="0"/>
              </a:rPr>
              <a:t>Platón</a:t>
            </a:r>
            <a:r>
              <a:rPr lang="es-ES" sz="3600" noProof="0" dirty="0">
                <a:latin typeface="Garamond" panose="02020404030301010803" pitchFamily="18" charset="0"/>
              </a:rPr>
              <a:t> es </a:t>
            </a:r>
            <a:r>
              <a:rPr lang="es-ES" sz="3600" b="1" noProof="0" dirty="0">
                <a:latin typeface="Garamond" panose="02020404030301010803" pitchFamily="18" charset="0"/>
              </a:rPr>
              <a:t>Académico</a:t>
            </a:r>
            <a:r>
              <a:rPr lang="es-ES" sz="3600" noProof="0" dirty="0">
                <a:latin typeface="Garamond" panose="02020404030301010803" pitchFamily="18" charset="0"/>
              </a:rPr>
              <a:t>, en cuanto que </a:t>
            </a:r>
            <a:r>
              <a:rPr lang="es-ES" sz="3600" b="1" noProof="0" dirty="0">
                <a:latin typeface="Garamond" panose="02020404030301010803" pitchFamily="18" charset="0"/>
              </a:rPr>
              <a:t>no dogmatiza en nada</a:t>
            </a:r>
            <a:r>
              <a:rPr lang="es-ES" sz="3600" noProof="0" dirty="0">
                <a:latin typeface="Garamond" panose="02020404030301010803" pitchFamily="18" charset="0"/>
              </a:rPr>
              <a:t>. Mi argumento, </a:t>
            </a:r>
            <a:r>
              <a:rPr lang="es-ES" sz="3600" b="1" noProof="0" dirty="0">
                <a:latin typeface="Garamond" panose="02020404030301010803" pitchFamily="18" charset="0"/>
              </a:rPr>
              <a:t>sin embargo</a:t>
            </a:r>
            <a:r>
              <a:rPr lang="es-ES" sz="3600" noProof="0" dirty="0">
                <a:latin typeface="Garamond" panose="02020404030301010803" pitchFamily="18" charset="0"/>
              </a:rPr>
              <a:t>, mostrará que también </a:t>
            </a:r>
            <a:r>
              <a:rPr lang="es-ES" sz="3600" b="1" noProof="0" dirty="0">
                <a:latin typeface="Garamond" panose="02020404030301010803" pitchFamily="18" charset="0"/>
              </a:rPr>
              <a:t>los demás Académicos</a:t>
            </a:r>
            <a:r>
              <a:rPr lang="es-ES" sz="3600" noProof="0" dirty="0">
                <a:latin typeface="Garamond" panose="02020404030301010803" pitchFamily="18" charset="0"/>
              </a:rPr>
              <a:t>—salvo muy pocos— </a:t>
            </a:r>
            <a:r>
              <a:rPr lang="es-ES" sz="3600" b="1" noProof="0" dirty="0">
                <a:latin typeface="Garamond" panose="02020404030301010803" pitchFamily="18" charset="0"/>
              </a:rPr>
              <a:t>dogmatizan</a:t>
            </a:r>
            <a:r>
              <a:rPr lang="es-ES" sz="3600" noProof="0" dirty="0">
                <a:latin typeface="Garamond" panose="02020404030301010803" pitchFamily="18" charset="0"/>
              </a:rPr>
              <a:t>, y que la </a:t>
            </a:r>
            <a:r>
              <a:rPr lang="es-ES" sz="3600" b="1" noProof="0" dirty="0">
                <a:latin typeface="Garamond" panose="02020404030301010803" pitchFamily="18" charset="0"/>
              </a:rPr>
              <a:t>Academia es una sola</a:t>
            </a:r>
            <a:r>
              <a:rPr lang="es-ES" sz="3600" noProof="0" dirty="0">
                <a:latin typeface="Garamond" panose="02020404030301010803" pitchFamily="18" charset="0"/>
              </a:rPr>
              <a:t>, puesto que también ellos </a:t>
            </a:r>
            <a:r>
              <a:rPr lang="es-ES" sz="3600" b="1" noProof="0" dirty="0">
                <a:latin typeface="Garamond" panose="02020404030301010803" pitchFamily="18" charset="0"/>
              </a:rPr>
              <a:t>sostienen como propios los puntos más fundamentales de las doctrinas, los mismos que Platón</a:t>
            </a:r>
            <a:r>
              <a:rPr lang="es-ES" sz="3600" noProof="0" dirty="0">
                <a:latin typeface="Garamond" panose="02020404030301010803" pitchFamily="18" charset="0"/>
              </a:rPr>
              <a:t>. Y, por lo demás, que </a:t>
            </a:r>
            <a:r>
              <a:rPr lang="es-ES" sz="3600" b="1" noProof="0" dirty="0">
                <a:latin typeface="Garamond" panose="02020404030301010803" pitchFamily="18" charset="0"/>
              </a:rPr>
              <a:t>Platón tiene doctrinas y que se pronuncia con convicción </a:t>
            </a:r>
            <a:r>
              <a:rPr lang="es-ES" sz="3600" noProof="0" dirty="0">
                <a:latin typeface="Garamond" panose="02020404030301010803" pitchFamily="18" charset="0"/>
              </a:rPr>
              <a:t>es algo que puede constatarse a partir de él mismo.’ </a:t>
            </a:r>
            <a:r>
              <a:rPr lang="es-ES" sz="1900" noProof="0" dirty="0">
                <a:latin typeface="Garamond" panose="02020404030301010803" pitchFamily="18" charset="0"/>
              </a:rPr>
              <a:t>(54.40-55.10).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ES" sz="3600" noProof="0" dirty="0">
              <a:latin typeface="Garamond" panose="02020404030301010803" pitchFamily="18" charset="0"/>
            </a:endParaRPr>
          </a:p>
          <a:p>
            <a:pPr>
              <a:lnSpc>
                <a:spcPct val="150000"/>
              </a:lnSpc>
            </a:pPr>
            <a:endParaRPr lang="es-ES" sz="3600" noProof="0" dirty="0">
              <a:latin typeface="Garamond" panose="02020404030301010803" pitchFamily="18" charset="0"/>
            </a:endParaRPr>
          </a:p>
          <a:p>
            <a:pPr>
              <a:lnSpc>
                <a:spcPct val="150000"/>
              </a:lnSpc>
            </a:pPr>
            <a:endParaRPr lang="es-ES" sz="3600" noProof="0" dirty="0">
              <a:latin typeface="Garamond" panose="02020404030301010803" pitchFamily="18" charset="0"/>
            </a:endParaRPr>
          </a:p>
          <a:p>
            <a:pPr>
              <a:lnSpc>
                <a:spcPct val="150000"/>
              </a:lnSpc>
            </a:pPr>
            <a:endParaRPr lang="es-ES" sz="3600" noProof="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472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50F72-0409-0F1F-C0F9-2FD420E10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B97F46-0259-6248-9175-5E191341D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176"/>
            <a:ext cx="11019817" cy="57247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3600" i="1" noProof="0" dirty="0" err="1">
                <a:latin typeface="Garamond" panose="02020404030301010803" pitchFamily="18" charset="0"/>
              </a:rPr>
              <a:t>Teeto</a:t>
            </a:r>
            <a:r>
              <a:rPr lang="es-ES" sz="3600" noProof="0" dirty="0">
                <a:latin typeface="Garamond" panose="02020404030301010803" pitchFamily="18" charset="0"/>
              </a:rPr>
              <a:t> </a:t>
            </a:r>
            <a:r>
              <a:rPr lang="es-ES" sz="3600" b="1" noProof="0" dirty="0">
                <a:latin typeface="Garamond" panose="02020404030301010803" pitchFamily="18" charset="0"/>
              </a:rPr>
              <a:t>no</a:t>
            </a:r>
            <a:r>
              <a:rPr lang="es-ES" sz="3600" noProof="0" dirty="0">
                <a:latin typeface="Garamond" panose="02020404030301010803" pitchFamily="18" charset="0"/>
              </a:rPr>
              <a:t> es sobre el </a:t>
            </a:r>
            <a:r>
              <a:rPr lang="es-ES" sz="3600" b="1" noProof="0" dirty="0">
                <a:latin typeface="Garamond" panose="02020404030301010803" pitchFamily="18" charset="0"/>
              </a:rPr>
              <a:t>criterio de la verdad</a:t>
            </a:r>
            <a:r>
              <a:rPr lang="es-ES" sz="3600" noProof="0" dirty="0">
                <a:latin typeface="Garamond" panose="02020404030301010803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s-ES" sz="3600" i="1" noProof="0" dirty="0" err="1">
                <a:latin typeface="Garamond" panose="02020404030301010803" pitchFamily="18" charset="0"/>
                <a:sym typeface="Wingdings" panose="05000000000000000000" pitchFamily="2" charset="2"/>
              </a:rPr>
              <a:t>Teeto</a:t>
            </a: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 </a:t>
            </a:r>
            <a:r>
              <a:rPr lang="es-ES" sz="3600" b="1" noProof="0" dirty="0">
                <a:latin typeface="Garamond" panose="02020404030301010803" pitchFamily="18" charset="0"/>
                <a:sym typeface="Wingdings" panose="05000000000000000000" pitchFamily="2" charset="2"/>
              </a:rPr>
              <a:t>no</a:t>
            </a: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 es sobre el </a:t>
            </a:r>
            <a:r>
              <a:rPr lang="es-ES" sz="3600" b="1" noProof="0" dirty="0">
                <a:latin typeface="Garamond" panose="02020404030301010803" pitchFamily="18" charset="0"/>
                <a:sym typeface="Wingdings" panose="05000000000000000000" pitchFamily="2" charset="2"/>
              </a:rPr>
              <a:t>objeto de </a:t>
            </a:r>
            <a:r>
              <a:rPr lang="es-ES" sz="3600" b="1" i="1" noProof="0" dirty="0" err="1">
                <a:latin typeface="Garamond" panose="02020404030301010803" pitchFamily="18" charset="0"/>
                <a:sym typeface="Wingdings" panose="05000000000000000000" pitchFamily="2" charset="2"/>
              </a:rPr>
              <a:t>epistēmē</a:t>
            </a: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Teeteto </a:t>
            </a:r>
            <a:r>
              <a:rPr lang="es-ES" sz="3600" b="1" noProof="0" dirty="0">
                <a:latin typeface="Garamond" panose="02020404030301010803" pitchFamily="18" charset="0"/>
                <a:sym typeface="Wingdings" panose="05000000000000000000" pitchFamily="2" charset="2"/>
              </a:rPr>
              <a:t>sí</a:t>
            </a: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 es sobre </a:t>
            </a:r>
            <a:r>
              <a:rPr lang="es-ES" sz="3600" b="1" i="1" noProof="0" dirty="0" err="1">
                <a:latin typeface="Garamond" panose="02020404030301010803" pitchFamily="18" charset="0"/>
                <a:sym typeface="Wingdings" panose="05000000000000000000" pitchFamily="2" charset="2"/>
              </a:rPr>
              <a:t>epistēmē</a:t>
            </a:r>
            <a:r>
              <a:rPr lang="es-ES" sz="3600" b="1" noProof="0" dirty="0">
                <a:latin typeface="Garamond" panose="02020404030301010803" pitchFamily="18" charset="0"/>
                <a:sym typeface="Wingdings" panose="05000000000000000000" pitchFamily="2" charset="2"/>
              </a:rPr>
              <a:t> simple</a:t>
            </a: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Respuesta en </a:t>
            </a:r>
            <a:r>
              <a:rPr lang="es-ES" sz="3600" i="1" noProof="0" dirty="0">
                <a:latin typeface="Garamond" panose="02020404030301010803" pitchFamily="18" charset="0"/>
                <a:sym typeface="Wingdings" panose="05000000000000000000" pitchFamily="2" charset="2"/>
              </a:rPr>
              <a:t>Meno</a:t>
            </a: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: opinión verdadera con una explicación de las causas.</a:t>
            </a: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La </a:t>
            </a:r>
            <a:r>
              <a:rPr lang="es-ES" sz="3600" b="1" noProof="0" dirty="0">
                <a:latin typeface="Garamond" panose="02020404030301010803" pitchFamily="18" charset="0"/>
                <a:sym typeface="Wingdings" panose="05000000000000000000" pitchFamily="2" charset="2"/>
              </a:rPr>
              <a:t>reminiscencia</a:t>
            </a: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 como clave. </a:t>
            </a:r>
          </a:p>
        </p:txBody>
      </p:sp>
    </p:spTree>
    <p:extLst>
      <p:ext uri="{BB962C8B-B14F-4D97-AF65-F5344CB8AC3E}">
        <p14:creationId xmlns:p14="http://schemas.microsoft.com/office/powerpoint/2010/main" val="1286096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15026-1515-48B5-BB5D-4FB74CD40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30010F-798E-DF20-23BB-A6816F9AA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176"/>
            <a:ext cx="11019817" cy="572478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Línea de escuela/No autoridad  Platón como autoridad.</a:t>
            </a: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Platón dubitativo  Platón convencido. </a:t>
            </a: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Argumentación Comentario.</a:t>
            </a: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Metafísica </a:t>
            </a:r>
            <a:r>
              <a:rPr lang="es-ES" sz="3600" noProof="0" dirty="0" err="1">
                <a:latin typeface="Garamond" panose="02020404030301010803" pitchFamily="18" charset="0"/>
                <a:sym typeface="Wingdings" panose="05000000000000000000" pitchFamily="2" charset="2"/>
              </a:rPr>
              <a:t>platonista</a:t>
            </a: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Pitagorismo.</a:t>
            </a:r>
          </a:p>
          <a:p>
            <a:pPr>
              <a:lnSpc>
                <a:spcPct val="150000"/>
              </a:lnSpc>
            </a:pP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Academia Recontextualización de la </a:t>
            </a:r>
            <a:r>
              <a:rPr lang="es-ES" sz="3600" noProof="0" dirty="0" err="1">
                <a:latin typeface="Garamond" panose="02020404030301010803" pitchFamily="18" charset="0"/>
                <a:sym typeface="Wingdings" panose="05000000000000000000" pitchFamily="2" charset="2"/>
              </a:rPr>
              <a:t>AcademiaRechazo</a:t>
            </a:r>
            <a:r>
              <a:rPr lang="es-ES" sz="3600" noProof="0" dirty="0">
                <a:latin typeface="Garamond" panose="02020404030301010803" pitchFamily="18" charset="0"/>
                <a:sym typeface="Wingdings" panose="05000000000000000000" pitchFamily="2" charset="2"/>
              </a:rPr>
              <a:t> de la Academia. </a:t>
            </a:r>
          </a:p>
        </p:txBody>
      </p:sp>
    </p:spTree>
    <p:extLst>
      <p:ext uri="{BB962C8B-B14F-4D97-AF65-F5344CB8AC3E}">
        <p14:creationId xmlns:p14="http://schemas.microsoft.com/office/powerpoint/2010/main" val="1336549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F665-C806-D46B-CD38-C394CCF9F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279B74-C60B-43AA-7169-D35236796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180" y="1204333"/>
            <a:ext cx="11089640" cy="572478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s-ES" sz="5400" noProof="0" dirty="0">
                <a:latin typeface="Garamond" panose="02020404030301010803" pitchFamily="18" charset="0"/>
              </a:rPr>
              <a:t>La pregunta permanece: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ES" sz="5400" noProof="0" dirty="0">
                <a:latin typeface="Garamond" panose="02020404030301010803" pitchFamily="18" charset="0"/>
              </a:rPr>
              <a:t>¿qué significa ser heredero de Platón?</a:t>
            </a:r>
          </a:p>
        </p:txBody>
      </p:sp>
    </p:spTree>
    <p:extLst>
      <p:ext uri="{BB962C8B-B14F-4D97-AF65-F5344CB8AC3E}">
        <p14:creationId xmlns:p14="http://schemas.microsoft.com/office/powerpoint/2010/main" val="37734032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9EC26570465F4C8DE96B3935D88F6A" ma:contentTypeVersion="8" ma:contentTypeDescription="Crear nuevo documento." ma:contentTypeScope="" ma:versionID="a68e828bcbdbf04128c8122b154cb730">
  <xsd:schema xmlns:xsd="http://www.w3.org/2001/XMLSchema" xmlns:xs="http://www.w3.org/2001/XMLSchema" xmlns:p="http://schemas.microsoft.com/office/2006/metadata/properties" xmlns:ns3="45e1e210-0021-4837-9869-1a5f4e303d2e" targetNamespace="http://schemas.microsoft.com/office/2006/metadata/properties" ma:root="true" ma:fieldsID="7dd2484b651d1de5fd621f24c27a6b2e" ns3:_="">
    <xsd:import namespace="45e1e210-0021-4837-9869-1a5f4e303d2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e1e210-0021-4837-9869-1a5f4e303d2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1BDA024-51F0-4127-A307-903C53394A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4B0FF4-36AA-4344-BAB7-53CD054773F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5e1e210-0021-4837-9869-1a5f4e303d2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2BC76C-FEF5-42C3-B938-46BFF69DB3E8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5e1e210-0021-4837-9869-1a5f4e303d2e"/>
    <ds:schemaRef ds:uri="http://purl.org/dc/elements/1.1/"/>
    <ds:schemaRef ds:uri="http://www.w3.org/XML/1998/namespace"/>
    <ds:schemaRef ds:uri="http://purl.org/dc/dcmitype/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7512</TotalTime>
  <Words>868</Words>
  <Application>Microsoft Office PowerPoint</Application>
  <PresentationFormat>Panorámica</PresentationFormat>
  <Paragraphs>98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Garamond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JULIO PEREZ GARCIA</dc:creator>
  <cp:lastModifiedBy>JULIO PEREZ GARCIA</cp:lastModifiedBy>
  <cp:revision>2</cp:revision>
  <dcterms:created xsi:type="dcterms:W3CDTF">2026-01-30T19:43:47Z</dcterms:created>
  <dcterms:modified xsi:type="dcterms:W3CDTF">2026-02-22T17:49:50Z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0x010100449EC26570465F4C8DE96B3935D88F6A</vt:lpwstr>
  </property>
</Properties>
</file>